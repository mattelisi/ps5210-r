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1523880" y="1122480"/>
            <a:ext cx="9140400" cy="90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ctr">
              <a:lnSpc>
                <a:spcPct val="9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Calibri Light"/>
                <a:ea typeface="DejaVu Sans"/>
              </a:rPr>
              <a:t>PS5210</a:t>
            </a:r>
            <a:br>
              <a:rPr sz="1800"/>
            </a:br>
            <a:r>
              <a:rPr b="0" lang="en-US" sz="2800" spc="-1" strike="noStrike">
                <a:solidFill>
                  <a:srgbClr val="000000"/>
                </a:solidFill>
                <a:latin typeface="Calibri Light"/>
                <a:ea typeface="DejaVu Sans"/>
              </a:rPr>
              <a:t>Applied Neuroscience Methods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1523880" y="2606400"/>
            <a:ext cx="9140400" cy="9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  <a:ea typeface="DejaVu Sans"/>
              </a:rPr>
              <a:t>Workshop: analysis of behaviour</a:t>
            </a:r>
            <a:endParaRPr b="0" lang="en-GB" sz="3600" spc="-1" strike="noStrike">
              <a:latin typeface="Arial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/>
          <a:srcRect l="0" t="22700" r="0" b="18470"/>
          <a:stretch/>
        </p:blipFill>
        <p:spPr>
          <a:xfrm>
            <a:off x="4087440" y="3888000"/>
            <a:ext cx="4405320" cy="258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838080" y="504000"/>
            <a:ext cx="10512000" cy="7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333333"/>
                </a:solidFill>
                <a:latin typeface="Calibri"/>
                <a:ea typeface="DejaVu Sans"/>
              </a:rPr>
              <a:t>Analysis of behaviour</a:t>
            </a:r>
            <a:endParaRPr b="0" lang="en-GB" sz="3600" spc="-1" strike="noStrike">
              <a:latin typeface="Arial"/>
            </a:endParaRPr>
          </a:p>
        </p:txBody>
      </p:sp>
      <p:sp>
        <p:nvSpPr>
          <p:cNvPr id="80" name="CustomShape 2"/>
          <p:cNvSpPr/>
          <p:nvPr/>
        </p:nvSpPr>
        <p:spPr>
          <a:xfrm>
            <a:off x="838080" y="1440000"/>
            <a:ext cx="10512000" cy="22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Font typeface="StarSymbol"/>
              <a:buAutoNum type="arabicPlain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Participants perform a task, and we record their responses (multiple repetition since behaviour is variable)</a:t>
            </a:r>
            <a:endParaRPr b="0" lang="en-GB" sz="2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Font typeface="StarSymbol"/>
              <a:buAutoNum type="arabicPlain"/>
            </a:pPr>
            <a:r>
              <a:rPr b="0" lang="en-US" sz="2200" spc="-1" strike="noStrike" u="sng">
                <a:solidFill>
                  <a:srgbClr val="000000"/>
                </a:solidFill>
                <a:uFillTx/>
                <a:latin typeface="Calibri"/>
                <a:ea typeface="DejaVu Sans"/>
              </a:rPr>
              <a:t>We calculate summary measures of individual performance</a:t>
            </a:r>
            <a:endParaRPr b="0" lang="en-GB" sz="2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Font typeface="StarSymbol"/>
              <a:buAutoNum type="arabicPlain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We do statistical test to estimate effects and make inferences on population </a:t>
            </a:r>
            <a:endParaRPr b="0" lang="en-GB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838080" y="504000"/>
            <a:ext cx="10512000" cy="7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333333"/>
                </a:solidFill>
                <a:latin typeface="Calibri"/>
                <a:ea typeface="DejaVu Sans"/>
              </a:rPr>
              <a:t>Analysis of behaviour</a:t>
            </a:r>
            <a:endParaRPr b="0" lang="en-GB" sz="3600" spc="-1" strike="noStrike">
              <a:latin typeface="Arial"/>
            </a:endParaRPr>
          </a:p>
        </p:txBody>
      </p:sp>
      <p:sp>
        <p:nvSpPr>
          <p:cNvPr id="82" name="CustomShape 2"/>
          <p:cNvSpPr/>
          <p:nvPr/>
        </p:nvSpPr>
        <p:spPr>
          <a:xfrm>
            <a:off x="838080" y="1440000"/>
            <a:ext cx="10512000" cy="22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Font typeface="StarSymbol"/>
              <a:buAutoNum type="arabicPlain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Participants perform a task, and we record their responses (multiple repetition since behaviour is variable)</a:t>
            </a:r>
            <a:endParaRPr b="0" lang="en-GB" sz="2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Font typeface="StarSymbol"/>
              <a:buAutoNum type="arabicPlain"/>
            </a:pPr>
            <a:r>
              <a:rPr b="0" lang="en-US" sz="2200" spc="-1" strike="noStrike" u="sng">
                <a:solidFill>
                  <a:srgbClr val="000000"/>
                </a:solidFill>
                <a:uFillTx/>
                <a:latin typeface="Calibri"/>
                <a:ea typeface="DejaVu Sans"/>
              </a:rPr>
              <a:t>We calculate summary measures of individual performance</a:t>
            </a:r>
            <a:endParaRPr b="0" lang="en-GB" sz="2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Font typeface="StarSymbol"/>
              <a:buAutoNum type="arabicPlain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We do statistical test to estimate effects and make inferences on population </a:t>
            </a:r>
            <a:endParaRPr b="0" lang="en-GB" sz="2200" spc="-1" strike="noStrike">
              <a:latin typeface="Arial"/>
            </a:endParaRPr>
          </a:p>
        </p:txBody>
      </p:sp>
      <p:sp>
        <p:nvSpPr>
          <p:cNvPr id="83" name="CustomShape 3"/>
          <p:cNvSpPr/>
          <p:nvPr/>
        </p:nvSpPr>
        <p:spPr>
          <a:xfrm>
            <a:off x="838440" y="3816000"/>
            <a:ext cx="10512000" cy="235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Sometimes summary measures can be just averages (e.g., mean response time), but that is not always appropriate</a:t>
            </a:r>
            <a:endParaRPr b="0" lang="en-GB" sz="2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In many cases is useful to examine behaviour through the lens of a 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mathematical model</a:t>
            </a:r>
            <a:endParaRPr b="0" lang="en-GB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838080" y="504000"/>
            <a:ext cx="10512000" cy="7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333333"/>
                </a:solidFill>
                <a:latin typeface="Calibri"/>
                <a:ea typeface="DejaVu Sans"/>
              </a:rPr>
              <a:t>Example: emotion recognition task</a:t>
            </a:r>
            <a:endParaRPr b="0" lang="en-GB" sz="3600" spc="-1" strike="noStrike">
              <a:latin typeface="Arial"/>
            </a:endParaRPr>
          </a:p>
        </p:txBody>
      </p:sp>
      <p:sp>
        <p:nvSpPr>
          <p:cNvPr id="85" name="CustomShape 2"/>
          <p:cNvSpPr/>
          <p:nvPr/>
        </p:nvSpPr>
        <p:spPr>
          <a:xfrm>
            <a:off x="838080" y="1584000"/>
            <a:ext cx="10512000" cy="86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Participants are shown an image out of morphed continuum and indicate whether it is happy/sad</a:t>
            </a:r>
            <a:endParaRPr b="0" lang="en-GB" sz="2200" spc="-1" strike="noStrike"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720000" y="2556000"/>
            <a:ext cx="10599120" cy="1575720"/>
          </a:xfrm>
          <a:prstGeom prst="rect">
            <a:avLst/>
          </a:prstGeom>
          <a:ln w="0">
            <a:noFill/>
          </a:ln>
        </p:spPr>
      </p:pic>
      <p:sp>
        <p:nvSpPr>
          <p:cNvPr id="87" name="CustomShape 3"/>
          <p:cNvSpPr/>
          <p:nvPr/>
        </p:nvSpPr>
        <p:spPr>
          <a:xfrm>
            <a:off x="792000" y="4134600"/>
            <a:ext cx="975312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https://github.com/mattelisi/NeuroMethods/tree/master/experimental_tasks/emotion-recognition</a:t>
            </a:r>
            <a:endParaRPr b="0" lang="en-GB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838080" y="504000"/>
            <a:ext cx="10512000" cy="7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333333"/>
                </a:solidFill>
                <a:latin typeface="Calibri"/>
                <a:ea typeface="DejaVu Sans"/>
              </a:rPr>
              <a:t>Example: emotion recognition task</a:t>
            </a:r>
            <a:endParaRPr b="0" lang="en-GB" sz="3600" spc="-1" strike="noStrike">
              <a:latin typeface="Arial"/>
            </a:endParaRPr>
          </a:p>
        </p:txBody>
      </p:sp>
      <p:sp>
        <p:nvSpPr>
          <p:cNvPr id="89" name="CustomShape 2"/>
          <p:cNvSpPr/>
          <p:nvPr/>
        </p:nvSpPr>
        <p:spPr>
          <a:xfrm>
            <a:off x="838080" y="1584000"/>
            <a:ext cx="10512000" cy="86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Example of data</a:t>
            </a:r>
            <a:endParaRPr b="0" lang="en-GB" sz="2200" spc="-1" strike="noStrike">
              <a:latin typeface="Arial"/>
            </a:endParaRPr>
          </a:p>
        </p:txBody>
      </p:sp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060000" y="2367360"/>
            <a:ext cx="5425560" cy="393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838080" y="504000"/>
            <a:ext cx="10512000" cy="7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333333"/>
                </a:solidFill>
                <a:latin typeface="Calibri"/>
                <a:ea typeface="DejaVu Sans"/>
              </a:rPr>
              <a:t>Example: emotion recognition task</a:t>
            </a:r>
            <a:endParaRPr b="0" lang="en-GB" sz="3600" spc="-1" strike="noStrike">
              <a:latin typeface="Arial"/>
            </a:endParaRPr>
          </a:p>
        </p:txBody>
      </p:sp>
      <p:sp>
        <p:nvSpPr>
          <p:cNvPr id="92" name="CustomShape 2"/>
          <p:cNvSpPr/>
          <p:nvPr/>
        </p:nvSpPr>
        <p:spPr>
          <a:xfrm>
            <a:off x="838080" y="1584000"/>
            <a:ext cx="10512000" cy="86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Example of data</a:t>
            </a:r>
            <a:endParaRPr b="0" lang="en-GB" sz="2200" spc="-1" strike="noStrike">
              <a:latin typeface="Arial"/>
            </a:endParaRPr>
          </a:p>
        </p:txBody>
      </p:sp>
      <p:pic>
        <p:nvPicPr>
          <p:cNvPr id="93" name="" descr=""/>
          <p:cNvPicPr/>
          <p:nvPr/>
        </p:nvPicPr>
        <p:blipFill>
          <a:blip r:embed="rId1"/>
          <a:stretch/>
        </p:blipFill>
        <p:spPr>
          <a:xfrm>
            <a:off x="3060000" y="2367360"/>
            <a:ext cx="5425560" cy="3930120"/>
          </a:xfrm>
          <a:prstGeom prst="rect">
            <a:avLst/>
          </a:prstGeom>
          <a:ln w="0">
            <a:noFill/>
          </a:ln>
        </p:spPr>
      </p:pic>
      <p:sp>
        <p:nvSpPr>
          <p:cNvPr id="94" name="CustomShape 3"/>
          <p:cNvSpPr/>
          <p:nvPr/>
        </p:nvSpPr>
        <p:spPr>
          <a:xfrm>
            <a:off x="8206560" y="2520000"/>
            <a:ext cx="2941200" cy="11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GB" sz="1800" spc="-1" strike="noStrike">
                <a:solidFill>
                  <a:srgbClr val="c9211e"/>
                </a:solidFill>
                <a:latin typeface="Arial"/>
                <a:ea typeface="DejaVu Sans"/>
              </a:rPr>
              <a:t>Psychometric function</a:t>
            </a:r>
            <a:br>
              <a:rPr sz="1800"/>
            </a:br>
            <a:br>
              <a:rPr sz="1800"/>
            </a:br>
            <a:r>
              <a:rPr b="0" lang="en-GB" sz="1800" spc="-1" strike="noStrike">
                <a:solidFill>
                  <a:srgbClr val="c9211e"/>
                </a:solidFill>
                <a:latin typeface="Arial"/>
                <a:ea typeface="DejaVu Sans"/>
              </a:rPr>
              <a:t>(cumulative of a Gaussian </a:t>
            </a:r>
            <a:br>
              <a:rPr sz="1800"/>
            </a:br>
            <a:r>
              <a:rPr b="0" lang="en-GB" sz="1800" spc="-1" strike="noStrike">
                <a:solidFill>
                  <a:srgbClr val="c9211e"/>
                </a:solidFill>
                <a:latin typeface="Arial"/>
                <a:ea typeface="DejaVu Sans"/>
              </a:rPr>
              <a:t>probability density function)</a:t>
            </a:r>
            <a:endParaRPr b="0" lang="en-GB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stomShape 1"/>
          <p:cNvSpPr/>
          <p:nvPr/>
        </p:nvSpPr>
        <p:spPr>
          <a:xfrm>
            <a:off x="838080" y="504000"/>
            <a:ext cx="10512000" cy="7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333333"/>
                </a:solidFill>
                <a:latin typeface="Calibri"/>
                <a:ea typeface="DejaVu Sans"/>
              </a:rPr>
              <a:t>Example: emotion recognition task</a:t>
            </a:r>
            <a:endParaRPr b="0" lang="en-GB" sz="3600" spc="-1" strike="noStrike">
              <a:latin typeface="Arial"/>
            </a:endParaRPr>
          </a:p>
        </p:txBody>
      </p:sp>
      <p:sp>
        <p:nvSpPr>
          <p:cNvPr id="96" name="CustomShape 2"/>
          <p:cNvSpPr/>
          <p:nvPr/>
        </p:nvSpPr>
        <p:spPr>
          <a:xfrm>
            <a:off x="838080" y="1584000"/>
            <a:ext cx="10512000" cy="86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Example of data</a:t>
            </a:r>
            <a:endParaRPr b="0" lang="en-GB" sz="2200" spc="-1" strike="noStrike"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3060000" y="2367360"/>
            <a:ext cx="5425560" cy="3930120"/>
          </a:xfrm>
          <a:prstGeom prst="rect">
            <a:avLst/>
          </a:prstGeom>
          <a:ln w="0">
            <a:noFill/>
          </a:ln>
        </p:spPr>
      </p:pic>
      <p:sp>
        <p:nvSpPr>
          <p:cNvPr id="98" name="CustomShape 3"/>
          <p:cNvSpPr/>
          <p:nvPr/>
        </p:nvSpPr>
        <p:spPr>
          <a:xfrm>
            <a:off x="8206560" y="2520000"/>
            <a:ext cx="2941200" cy="11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GB" sz="1800" spc="-1" strike="noStrike">
                <a:solidFill>
                  <a:srgbClr val="c9211e"/>
                </a:solidFill>
                <a:latin typeface="Arial"/>
                <a:ea typeface="DejaVu Sans"/>
              </a:rPr>
              <a:t>Psychometric function</a:t>
            </a:r>
            <a:br>
              <a:rPr sz="1800"/>
            </a:br>
            <a:br>
              <a:rPr sz="1800"/>
            </a:br>
            <a:r>
              <a:rPr b="0" lang="en-GB" sz="1800" spc="-1" strike="noStrike">
                <a:solidFill>
                  <a:srgbClr val="c9211e"/>
                </a:solidFill>
                <a:latin typeface="Arial"/>
                <a:ea typeface="DejaVu Sans"/>
              </a:rPr>
              <a:t>(cumulative of a Gaussian </a:t>
            </a:r>
            <a:br>
              <a:rPr sz="1800"/>
            </a:br>
            <a:r>
              <a:rPr b="0" lang="en-GB" sz="1800" spc="-1" strike="noStrike">
                <a:solidFill>
                  <a:srgbClr val="c9211e"/>
                </a:solidFill>
                <a:latin typeface="Arial"/>
                <a:ea typeface="DejaVu Sans"/>
              </a:rPr>
              <a:t>probability density function)</a:t>
            </a:r>
            <a:endParaRPr b="0" lang="en-GB" sz="1800" spc="-1" strike="noStrike">
              <a:latin typeface="Arial"/>
            </a:endParaRPr>
          </a:p>
        </p:txBody>
      </p:sp>
      <p:pic>
        <p:nvPicPr>
          <p:cNvPr id="99" name="" descr="36§display§\textcolor{red}{ P(\text{'respond sad'}) = \frac{1}{2} \left(1 + \text{erf}\left( \frac{x - \mu}{\sigma \sqrt{2} \right) \right)}§png§600§FALSE§"/>
          <p:cNvPicPr/>
          <p:nvPr/>
        </p:nvPicPr>
        <p:blipFill>
          <a:blip r:embed="rId2"/>
          <a:stretch/>
        </p:blipFill>
        <p:spPr>
          <a:xfrm>
            <a:off x="6480000" y="4774320"/>
            <a:ext cx="4677480" cy="623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838080" y="504000"/>
            <a:ext cx="10512000" cy="7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333333"/>
                </a:solidFill>
                <a:latin typeface="Calibri"/>
                <a:ea typeface="DejaVu Sans"/>
              </a:rPr>
              <a:t>Example: emotion recognition task</a:t>
            </a:r>
            <a:endParaRPr b="0" lang="en-GB" sz="3600" spc="-1" strike="noStrike">
              <a:latin typeface="Arial"/>
            </a:endParaRPr>
          </a:p>
        </p:txBody>
      </p:sp>
      <p:sp>
        <p:nvSpPr>
          <p:cNvPr id="101" name="CustomShape 2"/>
          <p:cNvSpPr/>
          <p:nvPr/>
        </p:nvSpPr>
        <p:spPr>
          <a:xfrm>
            <a:off x="838080" y="1584000"/>
            <a:ext cx="10512000" cy="86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Example of data</a:t>
            </a:r>
            <a:endParaRPr b="0" lang="en-GB" sz="2200" spc="-1" strike="noStrike">
              <a:latin typeface="Arial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060000" y="2367360"/>
            <a:ext cx="5425560" cy="3930120"/>
          </a:xfrm>
          <a:prstGeom prst="rect">
            <a:avLst/>
          </a:prstGeom>
          <a:ln w="0">
            <a:noFill/>
          </a:ln>
        </p:spPr>
      </p:pic>
      <p:sp>
        <p:nvSpPr>
          <p:cNvPr id="103" name="CustomShape 3"/>
          <p:cNvSpPr/>
          <p:nvPr/>
        </p:nvSpPr>
        <p:spPr>
          <a:xfrm>
            <a:off x="8206560" y="2520000"/>
            <a:ext cx="2941200" cy="11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GB" sz="1800" spc="-1" strike="noStrike">
                <a:solidFill>
                  <a:srgbClr val="c9211e"/>
                </a:solidFill>
                <a:latin typeface="Arial"/>
                <a:ea typeface="DejaVu Sans"/>
              </a:rPr>
              <a:t>Psychometric function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04" name="CustomShape 4"/>
          <p:cNvSpPr/>
          <p:nvPr/>
        </p:nvSpPr>
        <p:spPr>
          <a:xfrm>
            <a:off x="6164280" y="4573800"/>
            <a:ext cx="352656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GB" sz="1800" spc="-1" strike="noStrike">
                <a:solidFill>
                  <a:srgbClr val="c9211e"/>
                </a:solidFill>
                <a:latin typeface="Arial"/>
                <a:ea typeface="DejaVu Sans"/>
              </a:rPr>
              <a:t>point of subjective equality (PSE)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05" name="Line 5"/>
          <p:cNvSpPr/>
          <p:nvPr/>
        </p:nvSpPr>
        <p:spPr>
          <a:xfrm flipH="1">
            <a:off x="5652000" y="4860000"/>
            <a:ext cx="540000" cy="900000"/>
          </a:xfrm>
          <a:prstGeom prst="line">
            <a:avLst/>
          </a:prstGeom>
          <a:ln w="0">
            <a:solidFill>
              <a:srgbClr val="ff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/>
          <p:cNvSpPr/>
          <p:nvPr/>
        </p:nvSpPr>
        <p:spPr>
          <a:xfrm>
            <a:off x="838080" y="504000"/>
            <a:ext cx="10512000" cy="7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333333"/>
                </a:solidFill>
                <a:latin typeface="Calibri"/>
                <a:ea typeface="DejaVu Sans"/>
              </a:rPr>
              <a:t>Example: temporal discounting task</a:t>
            </a:r>
            <a:endParaRPr b="0" lang="en-GB" sz="3600" spc="-1" strike="noStrike">
              <a:latin typeface="Arial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3168000" y="1584000"/>
            <a:ext cx="5710680" cy="4534200"/>
          </a:xfrm>
          <a:prstGeom prst="rect">
            <a:avLst/>
          </a:prstGeom>
          <a:ln w="0">
            <a:noFill/>
          </a:ln>
        </p:spPr>
      </p:pic>
      <p:sp>
        <p:nvSpPr>
          <p:cNvPr id="108" name="CustomShape 2"/>
          <p:cNvSpPr/>
          <p:nvPr/>
        </p:nvSpPr>
        <p:spPr>
          <a:xfrm>
            <a:off x="165240" y="6552000"/>
            <a:ext cx="271440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GB" sz="1000" spc="-1" strike="noStrike">
                <a:solidFill>
                  <a:srgbClr val="000000"/>
                </a:solidFill>
                <a:latin typeface="Arial"/>
                <a:ea typeface="DejaVu Sans"/>
              </a:rPr>
              <a:t>Reppert et al, J Neurosci, 2015</a:t>
            </a:r>
            <a:endParaRPr b="0" lang="en-GB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ustomShape 1"/>
          <p:cNvSpPr/>
          <p:nvPr/>
        </p:nvSpPr>
        <p:spPr>
          <a:xfrm>
            <a:off x="838080" y="504000"/>
            <a:ext cx="10512000" cy="7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333333"/>
                </a:solidFill>
                <a:latin typeface="Calibri"/>
                <a:ea typeface="DejaVu Sans"/>
              </a:rPr>
              <a:t>Example: temporal discounting task</a:t>
            </a:r>
            <a:endParaRPr b="0" lang="en-GB" sz="3600" spc="-1" strike="noStrike">
              <a:latin typeface="Arial"/>
            </a:endParaRPr>
          </a:p>
        </p:txBody>
      </p:sp>
      <p:sp>
        <p:nvSpPr>
          <p:cNvPr id="110" name="CustomShape 2"/>
          <p:cNvSpPr/>
          <p:nvPr/>
        </p:nvSpPr>
        <p:spPr>
          <a:xfrm>
            <a:off x="838080" y="1584000"/>
            <a:ext cx="4992480" cy="30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60 choice pairs </a:t>
            </a:r>
            <a:br>
              <a:rPr sz="1800"/>
            </a:b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(each dots represents a pair of immediate &amp; delayed rewards)</a:t>
            </a:r>
            <a:endParaRPr b="0" lang="en-GB" sz="2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120 trials in total </a:t>
            </a:r>
            <a:br>
              <a:rPr sz="1800"/>
            </a:b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(each pairs repeated twice)</a:t>
            </a:r>
            <a:endParaRPr b="0" lang="en-GB" sz="2200" spc="-1" strike="noStrike">
              <a:latin typeface="Arial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6192000" y="1584000"/>
            <a:ext cx="5301360" cy="4793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838080" y="504000"/>
            <a:ext cx="10512000" cy="7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333333"/>
                </a:solidFill>
                <a:latin typeface="Calibri"/>
                <a:ea typeface="DejaVu Sans"/>
              </a:rPr>
              <a:t>Example: temporal discounting task</a:t>
            </a:r>
            <a:endParaRPr b="0" lang="en-GB" sz="3600" spc="-1" strike="noStrike">
              <a:latin typeface="Arial"/>
            </a:endParaRPr>
          </a:p>
        </p:txBody>
      </p:sp>
      <p:sp>
        <p:nvSpPr>
          <p:cNvPr id="113" name="CustomShape 2"/>
          <p:cNvSpPr/>
          <p:nvPr/>
        </p:nvSpPr>
        <p:spPr>
          <a:xfrm>
            <a:off x="838080" y="1584000"/>
            <a:ext cx="4992480" cy="30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60 choice pairs </a:t>
            </a:r>
            <a:br>
              <a:rPr sz="1800"/>
            </a:b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(each dots represents a pair of immediate &amp; delayed rewards)</a:t>
            </a:r>
            <a:endParaRPr b="0" lang="en-GB" sz="2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120 trials in total </a:t>
            </a:r>
            <a:br>
              <a:rPr sz="1800"/>
            </a:b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(each pairs repeated twice)</a:t>
            </a:r>
            <a:endParaRPr b="0" lang="en-GB" sz="2200" spc="-1" strike="noStrike">
              <a:latin typeface="Arial"/>
            </a:endParaRPr>
          </a:p>
        </p:txBody>
      </p:sp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6192000" y="1584000"/>
            <a:ext cx="5301360" cy="4793400"/>
          </a:xfrm>
          <a:prstGeom prst="rect">
            <a:avLst/>
          </a:prstGeom>
          <a:ln w="0">
            <a:noFill/>
          </a:ln>
        </p:spPr>
      </p:pic>
      <p:grpSp>
        <p:nvGrpSpPr>
          <p:cNvPr id="115" name="Group 3"/>
          <p:cNvGrpSpPr/>
          <p:nvPr/>
        </p:nvGrpSpPr>
        <p:grpSpPr>
          <a:xfrm>
            <a:off x="1296000" y="2124000"/>
            <a:ext cx="6552000" cy="3814560"/>
            <a:chOff x="1296000" y="2124000"/>
            <a:chExt cx="6552000" cy="3814560"/>
          </a:xfrm>
        </p:grpSpPr>
        <p:sp>
          <p:nvSpPr>
            <p:cNvPr id="116" name="Line 4"/>
            <p:cNvSpPr/>
            <p:nvPr/>
          </p:nvSpPr>
          <p:spPr>
            <a:xfrm flipV="1">
              <a:off x="4388040" y="2124000"/>
              <a:ext cx="3459960" cy="1981440"/>
            </a:xfrm>
            <a:prstGeom prst="line">
              <a:avLst/>
            </a:prstGeom>
            <a:ln w="0">
              <a:solidFill>
                <a:srgbClr val="000000"/>
              </a:solidFill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" name="CustomShape 5"/>
            <p:cNvSpPr/>
            <p:nvPr/>
          </p:nvSpPr>
          <p:spPr>
            <a:xfrm>
              <a:off x="1296000" y="4105440"/>
              <a:ext cx="3090600" cy="1833120"/>
            </a:xfrm>
            <a:prstGeom prst="rect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" name="CustomShape 6"/>
            <p:cNvSpPr/>
            <p:nvPr/>
          </p:nvSpPr>
          <p:spPr>
            <a:xfrm>
              <a:off x="1701000" y="4661640"/>
              <a:ext cx="808200" cy="87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GB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£ </a:t>
              </a:r>
              <a:r>
                <a:rPr b="1" lang="en-GB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16</a:t>
              </a:r>
              <a:br>
                <a:rPr sz="1800"/>
              </a:br>
              <a:r>
                <a:rPr b="0" lang="en-GB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today</a:t>
              </a:r>
              <a:endParaRPr b="0" lang="en-GB" sz="1800" spc="-1" strike="noStrike">
                <a:latin typeface="Arial"/>
              </a:endParaRPr>
            </a:p>
          </p:txBody>
        </p:sp>
        <p:sp>
          <p:nvSpPr>
            <p:cNvPr id="119" name="CustomShape 7"/>
            <p:cNvSpPr/>
            <p:nvPr/>
          </p:nvSpPr>
          <p:spPr>
            <a:xfrm>
              <a:off x="2841840" y="4661640"/>
              <a:ext cx="1176480" cy="87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GB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£ </a:t>
              </a:r>
              <a:r>
                <a:rPr b="1" lang="en-GB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45</a:t>
              </a:r>
              <a:br>
                <a:rPr sz="1800"/>
              </a:br>
              <a:r>
                <a:rPr b="0" lang="en-GB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 30 days</a:t>
              </a:r>
              <a:endParaRPr b="0" lang="en-GB" sz="18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838080" y="504000"/>
            <a:ext cx="10512000" cy="7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333333"/>
                </a:solidFill>
                <a:latin typeface="Calibri"/>
                <a:ea typeface="DejaVu Sans"/>
              </a:rPr>
              <a:t>Example: temporal discounting task</a:t>
            </a:r>
            <a:endParaRPr b="0" lang="en-GB" sz="3600" spc="-1" strike="noStrike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838080" y="1584000"/>
            <a:ext cx="4992480" cy="30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60 choice pairs </a:t>
            </a:r>
            <a:br>
              <a:rPr sz="1800"/>
            </a:b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(each dots represents a pair of immediate &amp; delayed rewards)</a:t>
            </a:r>
            <a:endParaRPr b="0" lang="en-GB" sz="2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120 trials in total </a:t>
            </a:r>
            <a:br>
              <a:rPr sz="1800"/>
            </a:b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(each pairs repeated twice)</a:t>
            </a:r>
            <a:endParaRPr b="0" lang="en-GB" sz="2200" spc="-1" strike="noStrike">
              <a:latin typeface="Arial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6192000" y="1584000"/>
            <a:ext cx="5301360" cy="4793400"/>
          </a:xfrm>
          <a:prstGeom prst="rect">
            <a:avLst/>
          </a:prstGeom>
          <a:ln w="0">
            <a:noFill/>
          </a:ln>
        </p:spPr>
      </p:pic>
      <p:sp>
        <p:nvSpPr>
          <p:cNvPr id="123" name="Line 3"/>
          <p:cNvSpPr/>
          <p:nvPr/>
        </p:nvSpPr>
        <p:spPr>
          <a:xfrm>
            <a:off x="4388040" y="4105440"/>
            <a:ext cx="2883960" cy="122256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CustomShape 4"/>
          <p:cNvSpPr/>
          <p:nvPr/>
        </p:nvSpPr>
        <p:spPr>
          <a:xfrm>
            <a:off x="1296000" y="4105440"/>
            <a:ext cx="3090600" cy="1833120"/>
          </a:xfrm>
          <a:prstGeom prst="rect">
            <a:avLst/>
          </a:prstGeom>
          <a:solidFill>
            <a:srgbClr val="80808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CustomShape 5"/>
          <p:cNvSpPr/>
          <p:nvPr/>
        </p:nvSpPr>
        <p:spPr>
          <a:xfrm>
            <a:off x="1701000" y="4661640"/>
            <a:ext cx="808200" cy="87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£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10</a:t>
            </a:r>
            <a:br>
              <a:rPr sz="1800"/>
            </a:b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today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26" name="CustomShape 6"/>
          <p:cNvSpPr/>
          <p:nvPr/>
        </p:nvSpPr>
        <p:spPr>
          <a:xfrm>
            <a:off x="2841840" y="4661640"/>
            <a:ext cx="1176480" cy="87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£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11</a:t>
            </a:r>
            <a:br>
              <a:rPr sz="1800"/>
            </a:b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 30 days</a:t>
            </a:r>
            <a:endParaRPr b="0" lang="en-GB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1"/>
          <p:cNvSpPr/>
          <p:nvPr/>
        </p:nvSpPr>
        <p:spPr>
          <a:xfrm>
            <a:off x="838080" y="504000"/>
            <a:ext cx="10512000" cy="7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333333"/>
                </a:solidFill>
                <a:latin typeface="Calibri"/>
                <a:ea typeface="DejaVu Sans"/>
              </a:rPr>
              <a:t>Example: temporal discounting task</a:t>
            </a:r>
            <a:endParaRPr b="0" lang="en-GB" sz="3600" spc="-1" strike="noStrike">
              <a:latin typeface="Arial"/>
            </a:endParaRPr>
          </a:p>
        </p:txBody>
      </p:sp>
      <p:sp>
        <p:nvSpPr>
          <p:cNvPr id="128" name="CustomShape 2"/>
          <p:cNvSpPr/>
          <p:nvPr/>
        </p:nvSpPr>
        <p:spPr>
          <a:xfrm>
            <a:off x="838080" y="1584000"/>
            <a:ext cx="10512000" cy="86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Example of data</a:t>
            </a:r>
            <a:endParaRPr b="0" lang="en-GB" sz="2200" spc="-1" strike="noStrike">
              <a:latin typeface="Arial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964800" y="2196000"/>
            <a:ext cx="6019200" cy="4322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" descr=""/>
          <p:cNvPicPr/>
          <p:nvPr/>
        </p:nvPicPr>
        <p:blipFill>
          <a:blip r:embed="rId1"/>
          <a:stretch/>
        </p:blipFill>
        <p:spPr>
          <a:xfrm>
            <a:off x="964800" y="2196000"/>
            <a:ext cx="6017760" cy="4322160"/>
          </a:xfrm>
          <a:prstGeom prst="rect">
            <a:avLst/>
          </a:prstGeom>
          <a:ln w="0">
            <a:noFill/>
          </a:ln>
        </p:spPr>
      </p:pic>
      <p:sp>
        <p:nvSpPr>
          <p:cNvPr id="131" name="CustomShape 1"/>
          <p:cNvSpPr/>
          <p:nvPr/>
        </p:nvSpPr>
        <p:spPr>
          <a:xfrm>
            <a:off x="838080" y="504000"/>
            <a:ext cx="10512000" cy="7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333333"/>
                </a:solidFill>
                <a:latin typeface="Calibri"/>
                <a:ea typeface="DejaVu Sans"/>
              </a:rPr>
              <a:t>Example: temporal discounting task</a:t>
            </a:r>
            <a:endParaRPr b="0" lang="en-GB" sz="3600" spc="-1" strike="noStrike">
              <a:latin typeface="Arial"/>
            </a:endParaRPr>
          </a:p>
        </p:txBody>
      </p:sp>
      <p:sp>
        <p:nvSpPr>
          <p:cNvPr id="132" name="CustomShape 2"/>
          <p:cNvSpPr/>
          <p:nvPr/>
        </p:nvSpPr>
        <p:spPr>
          <a:xfrm>
            <a:off x="838080" y="1584000"/>
            <a:ext cx="10512000" cy="86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Example of data</a:t>
            </a:r>
            <a:endParaRPr b="0" lang="en-GB" sz="2200" spc="-1" strike="noStrike">
              <a:latin typeface="Arial"/>
            </a:endParaRPr>
          </a:p>
        </p:txBody>
      </p:sp>
      <p:grpSp>
        <p:nvGrpSpPr>
          <p:cNvPr id="133" name="Group 3"/>
          <p:cNvGrpSpPr/>
          <p:nvPr/>
        </p:nvGrpSpPr>
        <p:grpSpPr>
          <a:xfrm>
            <a:off x="7128000" y="2952000"/>
            <a:ext cx="4690440" cy="664560"/>
            <a:chOff x="7128000" y="2952000"/>
            <a:chExt cx="4690440" cy="664560"/>
          </a:xfrm>
        </p:grpSpPr>
        <p:grpSp>
          <p:nvGrpSpPr>
            <p:cNvPr id="134" name="Group 4"/>
            <p:cNvGrpSpPr/>
            <p:nvPr/>
          </p:nvGrpSpPr>
          <p:grpSpPr>
            <a:xfrm>
              <a:off x="7128000" y="2952000"/>
              <a:ext cx="4690440" cy="664560"/>
              <a:chOff x="7128000" y="2952000"/>
              <a:chExt cx="4690440" cy="664560"/>
            </a:xfrm>
          </p:grpSpPr>
          <p:sp>
            <p:nvSpPr>
              <p:cNvPr id="135" name="CustomShape 5"/>
              <p:cNvSpPr/>
              <p:nvPr/>
            </p:nvSpPr>
            <p:spPr>
              <a:xfrm>
                <a:off x="7131600" y="2968200"/>
                <a:ext cx="4670640" cy="632160"/>
              </a:xfrm>
              <a:custGeom>
                <a:avLst/>
                <a:gdLst/>
                <a:ahLst/>
                <a:rect l="l" t="t" r="r" b="b"/>
                <a:pathLst>
                  <a:path w="12978" h="1760">
                    <a:moveTo>
                      <a:pt x="0" y="0"/>
                    </a:moveTo>
                    <a:cubicBezTo>
                      <a:pt x="4326" y="0"/>
                      <a:pt x="8652" y="0"/>
                      <a:pt x="12977" y="0"/>
                    </a:cubicBezTo>
                    <a:cubicBezTo>
                      <a:pt x="12977" y="586"/>
                      <a:pt x="12977" y="1173"/>
                      <a:pt x="12977" y="1759"/>
                    </a:cubicBezTo>
                    <a:cubicBezTo>
                      <a:pt x="8652" y="1759"/>
                      <a:pt x="4326" y="1759"/>
                      <a:pt x="0" y="1759"/>
                    </a:cubicBezTo>
                    <a:cubicBezTo>
                      <a:pt x="0" y="1173"/>
                      <a:pt x="0" y="58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6" name="CustomShape 6"/>
              <p:cNvSpPr/>
              <p:nvPr/>
            </p:nvSpPr>
            <p:spPr>
              <a:xfrm>
                <a:off x="7128000" y="3157920"/>
                <a:ext cx="222840" cy="212760"/>
              </a:xfrm>
              <a:custGeom>
                <a:avLst/>
                <a:gdLst/>
                <a:ahLst/>
                <a:rect l="l" t="t" r="r" b="b"/>
                <a:pathLst>
                  <a:path w="623" h="595">
                    <a:moveTo>
                      <a:pt x="228" y="319"/>
                    </a:moveTo>
                    <a:cubicBezTo>
                      <a:pt x="277" y="319"/>
                      <a:pt x="327" y="319"/>
                      <a:pt x="377" y="319"/>
                    </a:cubicBezTo>
                    <a:cubicBezTo>
                      <a:pt x="500" y="319"/>
                      <a:pt x="622" y="230"/>
                      <a:pt x="622" y="131"/>
                    </a:cubicBezTo>
                    <a:cubicBezTo>
                      <a:pt x="622" y="64"/>
                      <a:pt x="565" y="0"/>
                      <a:pt x="451" y="0"/>
                    </a:cubicBezTo>
                    <a:cubicBezTo>
                      <a:pt x="357" y="0"/>
                      <a:pt x="263" y="0"/>
                      <a:pt x="168" y="0"/>
                    </a:cubicBezTo>
                    <a:cubicBezTo>
                      <a:pt x="151" y="0"/>
                      <a:pt x="141" y="0"/>
                      <a:pt x="141" y="17"/>
                    </a:cubicBezTo>
                    <a:cubicBezTo>
                      <a:pt x="141" y="27"/>
                      <a:pt x="149" y="27"/>
                      <a:pt x="168" y="27"/>
                    </a:cubicBezTo>
                    <a:cubicBezTo>
                      <a:pt x="178" y="27"/>
                      <a:pt x="193" y="29"/>
                      <a:pt x="206" y="29"/>
                    </a:cubicBezTo>
                    <a:cubicBezTo>
                      <a:pt x="218" y="32"/>
                      <a:pt x="223" y="34"/>
                      <a:pt x="223" y="44"/>
                    </a:cubicBezTo>
                    <a:cubicBezTo>
                      <a:pt x="223" y="47"/>
                      <a:pt x="223" y="49"/>
                      <a:pt x="220" y="59"/>
                    </a:cubicBezTo>
                    <a:cubicBezTo>
                      <a:pt x="182" y="215"/>
                      <a:pt x="143" y="371"/>
                      <a:pt x="104" y="527"/>
                    </a:cubicBezTo>
                    <a:cubicBezTo>
                      <a:pt x="94" y="559"/>
                      <a:pt x="94" y="566"/>
                      <a:pt x="25" y="566"/>
                    </a:cubicBezTo>
                    <a:cubicBezTo>
                      <a:pt x="10" y="566"/>
                      <a:pt x="0" y="566"/>
                      <a:pt x="0" y="584"/>
                    </a:cubicBezTo>
                    <a:cubicBezTo>
                      <a:pt x="0" y="594"/>
                      <a:pt x="10" y="594"/>
                      <a:pt x="12" y="594"/>
                    </a:cubicBezTo>
                    <a:cubicBezTo>
                      <a:pt x="37" y="594"/>
                      <a:pt x="99" y="591"/>
                      <a:pt x="124" y="591"/>
                    </a:cubicBezTo>
                    <a:cubicBezTo>
                      <a:pt x="141" y="591"/>
                      <a:pt x="161" y="591"/>
                      <a:pt x="178" y="591"/>
                    </a:cubicBezTo>
                    <a:cubicBezTo>
                      <a:pt x="198" y="591"/>
                      <a:pt x="218" y="594"/>
                      <a:pt x="235" y="594"/>
                    </a:cubicBezTo>
                    <a:cubicBezTo>
                      <a:pt x="243" y="594"/>
                      <a:pt x="253" y="594"/>
                      <a:pt x="253" y="576"/>
                    </a:cubicBezTo>
                    <a:cubicBezTo>
                      <a:pt x="253" y="566"/>
                      <a:pt x="245" y="566"/>
                      <a:pt x="228" y="566"/>
                    </a:cubicBezTo>
                    <a:cubicBezTo>
                      <a:pt x="196" y="566"/>
                      <a:pt x="173" y="566"/>
                      <a:pt x="173" y="552"/>
                    </a:cubicBezTo>
                    <a:cubicBezTo>
                      <a:pt x="173" y="547"/>
                      <a:pt x="173" y="542"/>
                      <a:pt x="176" y="537"/>
                    </a:cubicBezTo>
                    <a:cubicBezTo>
                      <a:pt x="193" y="464"/>
                      <a:pt x="211" y="392"/>
                      <a:pt x="228" y="319"/>
                    </a:cubicBezTo>
                    <a:moveTo>
                      <a:pt x="292" y="62"/>
                    </a:moveTo>
                    <a:cubicBezTo>
                      <a:pt x="300" y="29"/>
                      <a:pt x="302" y="27"/>
                      <a:pt x="339" y="27"/>
                    </a:cubicBezTo>
                    <a:cubicBezTo>
                      <a:pt x="367" y="27"/>
                      <a:pt x="394" y="27"/>
                      <a:pt x="421" y="27"/>
                    </a:cubicBezTo>
                    <a:cubicBezTo>
                      <a:pt x="496" y="27"/>
                      <a:pt x="540" y="52"/>
                      <a:pt x="540" y="111"/>
                    </a:cubicBezTo>
                    <a:cubicBezTo>
                      <a:pt x="540" y="146"/>
                      <a:pt x="523" y="220"/>
                      <a:pt x="491" y="250"/>
                    </a:cubicBezTo>
                    <a:cubicBezTo>
                      <a:pt x="446" y="289"/>
                      <a:pt x="394" y="297"/>
                      <a:pt x="354" y="297"/>
                    </a:cubicBezTo>
                    <a:cubicBezTo>
                      <a:pt x="314" y="297"/>
                      <a:pt x="273" y="297"/>
                      <a:pt x="233" y="297"/>
                    </a:cubicBezTo>
                    <a:cubicBezTo>
                      <a:pt x="253" y="218"/>
                      <a:pt x="273" y="140"/>
                      <a:pt x="292" y="6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7" name="CustomShape 7"/>
              <p:cNvSpPr/>
              <p:nvPr/>
            </p:nvSpPr>
            <p:spPr>
              <a:xfrm>
                <a:off x="7391160" y="3137400"/>
                <a:ext cx="72000" cy="311760"/>
              </a:xfrm>
              <a:custGeom>
                <a:avLst/>
                <a:gdLst/>
                <a:ahLst/>
                <a:rect l="l" t="t" r="r" b="b"/>
                <a:pathLst>
                  <a:path w="204" h="870">
                    <a:moveTo>
                      <a:pt x="203" y="859"/>
                    </a:moveTo>
                    <a:cubicBezTo>
                      <a:pt x="203" y="856"/>
                      <a:pt x="203" y="854"/>
                      <a:pt x="188" y="839"/>
                    </a:cubicBezTo>
                    <a:cubicBezTo>
                      <a:pt x="79" y="730"/>
                      <a:pt x="52" y="567"/>
                      <a:pt x="52" y="433"/>
                    </a:cubicBezTo>
                    <a:cubicBezTo>
                      <a:pt x="52" y="282"/>
                      <a:pt x="84" y="131"/>
                      <a:pt x="191" y="22"/>
                    </a:cubicBezTo>
                    <a:cubicBezTo>
                      <a:pt x="203" y="12"/>
                      <a:pt x="203" y="10"/>
                      <a:pt x="203" y="7"/>
                    </a:cubicBezTo>
                    <a:cubicBezTo>
                      <a:pt x="203" y="2"/>
                      <a:pt x="198" y="0"/>
                      <a:pt x="193" y="0"/>
                    </a:cubicBezTo>
                    <a:cubicBezTo>
                      <a:pt x="186" y="0"/>
                      <a:pt x="106" y="59"/>
                      <a:pt x="54" y="168"/>
                    </a:cubicBezTo>
                    <a:cubicBezTo>
                      <a:pt x="10" y="265"/>
                      <a:pt x="0" y="361"/>
                      <a:pt x="0" y="433"/>
                    </a:cubicBezTo>
                    <a:cubicBezTo>
                      <a:pt x="0" y="502"/>
                      <a:pt x="10" y="606"/>
                      <a:pt x="57" y="705"/>
                    </a:cubicBezTo>
                    <a:cubicBezTo>
                      <a:pt x="109" y="812"/>
                      <a:pt x="186" y="869"/>
                      <a:pt x="193" y="869"/>
                    </a:cubicBezTo>
                    <a:cubicBezTo>
                      <a:pt x="198" y="869"/>
                      <a:pt x="203" y="866"/>
                      <a:pt x="203" y="85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8" name="CustomShape 8"/>
              <p:cNvSpPr/>
              <p:nvPr/>
            </p:nvSpPr>
            <p:spPr>
              <a:xfrm>
                <a:off x="7492680" y="3231720"/>
                <a:ext cx="118440" cy="142560"/>
              </a:xfrm>
              <a:custGeom>
                <a:avLst/>
                <a:gdLst/>
                <a:ahLst/>
                <a:rect l="l" t="t" r="r" b="b"/>
                <a:pathLst>
                  <a:path w="333" h="400">
                    <a:moveTo>
                      <a:pt x="72" y="198"/>
                    </a:moveTo>
                    <a:cubicBezTo>
                      <a:pt x="72" y="57"/>
                      <a:pt x="144" y="22"/>
                      <a:pt x="191" y="22"/>
                    </a:cubicBezTo>
                    <a:cubicBezTo>
                      <a:pt x="199" y="22"/>
                      <a:pt x="253" y="22"/>
                      <a:pt x="283" y="55"/>
                    </a:cubicBezTo>
                    <a:cubicBezTo>
                      <a:pt x="248" y="57"/>
                      <a:pt x="243" y="82"/>
                      <a:pt x="243" y="94"/>
                    </a:cubicBezTo>
                    <a:cubicBezTo>
                      <a:pt x="243" y="116"/>
                      <a:pt x="258" y="134"/>
                      <a:pt x="283" y="134"/>
                    </a:cubicBezTo>
                    <a:cubicBezTo>
                      <a:pt x="305" y="134"/>
                      <a:pt x="322" y="119"/>
                      <a:pt x="322" y="92"/>
                    </a:cubicBezTo>
                    <a:cubicBezTo>
                      <a:pt x="322" y="32"/>
                      <a:pt x="256" y="0"/>
                      <a:pt x="189" y="0"/>
                    </a:cubicBezTo>
                    <a:cubicBezTo>
                      <a:pt x="80" y="0"/>
                      <a:pt x="0" y="94"/>
                      <a:pt x="0" y="201"/>
                    </a:cubicBezTo>
                    <a:cubicBezTo>
                      <a:pt x="0" y="312"/>
                      <a:pt x="87" y="399"/>
                      <a:pt x="189" y="399"/>
                    </a:cubicBezTo>
                    <a:cubicBezTo>
                      <a:pt x="305" y="399"/>
                      <a:pt x="332" y="293"/>
                      <a:pt x="332" y="285"/>
                    </a:cubicBezTo>
                    <a:cubicBezTo>
                      <a:pt x="332" y="276"/>
                      <a:pt x="322" y="277"/>
                      <a:pt x="320" y="277"/>
                    </a:cubicBezTo>
                    <a:cubicBezTo>
                      <a:pt x="312" y="277"/>
                      <a:pt x="310" y="280"/>
                      <a:pt x="310" y="285"/>
                    </a:cubicBezTo>
                    <a:cubicBezTo>
                      <a:pt x="285" y="366"/>
                      <a:pt x="228" y="376"/>
                      <a:pt x="196" y="376"/>
                    </a:cubicBezTo>
                    <a:cubicBezTo>
                      <a:pt x="149" y="376"/>
                      <a:pt x="72" y="339"/>
                      <a:pt x="72" y="198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9" name="CustomShape 9"/>
              <p:cNvSpPr/>
              <p:nvPr/>
            </p:nvSpPr>
            <p:spPr>
              <a:xfrm>
                <a:off x="7623000" y="3154320"/>
                <a:ext cx="155880" cy="216360"/>
              </a:xfrm>
              <a:custGeom>
                <a:avLst/>
                <a:gdLst/>
                <a:ahLst/>
                <a:rect l="l" t="t" r="r" b="b"/>
                <a:pathLst>
                  <a:path w="437" h="605">
                    <a:moveTo>
                      <a:pt x="67" y="537"/>
                    </a:moveTo>
                    <a:cubicBezTo>
                      <a:pt x="67" y="576"/>
                      <a:pt x="57" y="576"/>
                      <a:pt x="0" y="576"/>
                    </a:cubicBezTo>
                    <a:cubicBezTo>
                      <a:pt x="0" y="586"/>
                      <a:pt x="0" y="595"/>
                      <a:pt x="0" y="604"/>
                    </a:cubicBezTo>
                    <a:cubicBezTo>
                      <a:pt x="30" y="604"/>
                      <a:pt x="74" y="601"/>
                      <a:pt x="97" y="601"/>
                    </a:cubicBezTo>
                    <a:cubicBezTo>
                      <a:pt x="121" y="601"/>
                      <a:pt x="166" y="604"/>
                      <a:pt x="196" y="604"/>
                    </a:cubicBezTo>
                    <a:cubicBezTo>
                      <a:pt x="196" y="595"/>
                      <a:pt x="196" y="586"/>
                      <a:pt x="196" y="576"/>
                    </a:cubicBezTo>
                    <a:cubicBezTo>
                      <a:pt x="136" y="576"/>
                      <a:pt x="126" y="576"/>
                      <a:pt x="126" y="537"/>
                    </a:cubicBezTo>
                    <a:cubicBezTo>
                      <a:pt x="126" y="484"/>
                      <a:pt x="126" y="431"/>
                      <a:pt x="126" y="378"/>
                    </a:cubicBezTo>
                    <a:cubicBezTo>
                      <a:pt x="126" y="287"/>
                      <a:pt x="188" y="240"/>
                      <a:pt x="245" y="240"/>
                    </a:cubicBezTo>
                    <a:cubicBezTo>
                      <a:pt x="300" y="240"/>
                      <a:pt x="310" y="287"/>
                      <a:pt x="310" y="336"/>
                    </a:cubicBezTo>
                    <a:cubicBezTo>
                      <a:pt x="310" y="403"/>
                      <a:pt x="310" y="470"/>
                      <a:pt x="310" y="537"/>
                    </a:cubicBezTo>
                    <a:cubicBezTo>
                      <a:pt x="310" y="576"/>
                      <a:pt x="300" y="576"/>
                      <a:pt x="240" y="576"/>
                    </a:cubicBezTo>
                    <a:cubicBezTo>
                      <a:pt x="240" y="586"/>
                      <a:pt x="240" y="595"/>
                      <a:pt x="240" y="604"/>
                    </a:cubicBezTo>
                    <a:cubicBezTo>
                      <a:pt x="273" y="604"/>
                      <a:pt x="317" y="601"/>
                      <a:pt x="339" y="601"/>
                    </a:cubicBezTo>
                    <a:cubicBezTo>
                      <a:pt x="362" y="601"/>
                      <a:pt x="406" y="604"/>
                      <a:pt x="436" y="604"/>
                    </a:cubicBezTo>
                    <a:cubicBezTo>
                      <a:pt x="436" y="595"/>
                      <a:pt x="436" y="586"/>
                      <a:pt x="436" y="576"/>
                    </a:cubicBezTo>
                    <a:cubicBezTo>
                      <a:pt x="391" y="576"/>
                      <a:pt x="369" y="576"/>
                      <a:pt x="369" y="552"/>
                    </a:cubicBezTo>
                    <a:cubicBezTo>
                      <a:pt x="369" y="496"/>
                      <a:pt x="369" y="441"/>
                      <a:pt x="369" y="386"/>
                    </a:cubicBezTo>
                    <a:cubicBezTo>
                      <a:pt x="369" y="309"/>
                      <a:pt x="369" y="284"/>
                      <a:pt x="342" y="252"/>
                    </a:cubicBezTo>
                    <a:cubicBezTo>
                      <a:pt x="330" y="237"/>
                      <a:pt x="302" y="220"/>
                      <a:pt x="250" y="220"/>
                    </a:cubicBezTo>
                    <a:cubicBezTo>
                      <a:pt x="178" y="220"/>
                      <a:pt x="139" y="272"/>
                      <a:pt x="124" y="304"/>
                    </a:cubicBezTo>
                    <a:cubicBezTo>
                      <a:pt x="124" y="203"/>
                      <a:pt x="124" y="101"/>
                      <a:pt x="124" y="0"/>
                    </a:cubicBezTo>
                    <a:cubicBezTo>
                      <a:pt x="83" y="3"/>
                      <a:pt x="41" y="6"/>
                      <a:pt x="0" y="10"/>
                    </a:cubicBezTo>
                    <a:cubicBezTo>
                      <a:pt x="0" y="19"/>
                      <a:pt x="0" y="28"/>
                      <a:pt x="0" y="37"/>
                    </a:cubicBezTo>
                    <a:cubicBezTo>
                      <a:pt x="60" y="37"/>
                      <a:pt x="67" y="44"/>
                      <a:pt x="67" y="86"/>
                    </a:cubicBezTo>
                    <a:cubicBezTo>
                      <a:pt x="67" y="237"/>
                      <a:pt x="67" y="387"/>
                      <a:pt x="67" y="537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40" name="CustomShape 10"/>
              <p:cNvSpPr/>
              <p:nvPr/>
            </p:nvSpPr>
            <p:spPr>
              <a:xfrm>
                <a:off x="7795080" y="3231720"/>
                <a:ext cx="138240" cy="142560"/>
              </a:xfrm>
              <a:custGeom>
                <a:avLst/>
                <a:gdLst/>
                <a:ahLst/>
                <a:rect l="l" t="t" r="r" b="b"/>
                <a:pathLst>
                  <a:path w="388" h="400">
                    <a:moveTo>
                      <a:pt x="387" y="203"/>
                    </a:moveTo>
                    <a:cubicBezTo>
                      <a:pt x="387" y="92"/>
                      <a:pt x="300" y="0"/>
                      <a:pt x="193" y="0"/>
                    </a:cubicBezTo>
                    <a:cubicBezTo>
                      <a:pt x="87" y="0"/>
                      <a:pt x="0" y="94"/>
                      <a:pt x="0" y="203"/>
                    </a:cubicBezTo>
                    <a:cubicBezTo>
                      <a:pt x="0" y="314"/>
                      <a:pt x="92" y="399"/>
                      <a:pt x="193" y="399"/>
                    </a:cubicBezTo>
                    <a:cubicBezTo>
                      <a:pt x="300" y="399"/>
                      <a:pt x="387" y="312"/>
                      <a:pt x="387" y="203"/>
                    </a:cubicBezTo>
                    <a:moveTo>
                      <a:pt x="193" y="376"/>
                    </a:moveTo>
                    <a:cubicBezTo>
                      <a:pt x="156" y="376"/>
                      <a:pt x="119" y="359"/>
                      <a:pt x="94" y="319"/>
                    </a:cubicBezTo>
                    <a:cubicBezTo>
                      <a:pt x="75" y="280"/>
                      <a:pt x="75" y="228"/>
                      <a:pt x="75" y="196"/>
                    </a:cubicBezTo>
                    <a:cubicBezTo>
                      <a:pt x="75" y="161"/>
                      <a:pt x="75" y="114"/>
                      <a:pt x="94" y="77"/>
                    </a:cubicBezTo>
                    <a:cubicBezTo>
                      <a:pt x="119" y="37"/>
                      <a:pt x="159" y="20"/>
                      <a:pt x="193" y="20"/>
                    </a:cubicBezTo>
                    <a:cubicBezTo>
                      <a:pt x="233" y="20"/>
                      <a:pt x="270" y="37"/>
                      <a:pt x="293" y="74"/>
                    </a:cubicBezTo>
                    <a:cubicBezTo>
                      <a:pt x="315" y="112"/>
                      <a:pt x="315" y="163"/>
                      <a:pt x="315" y="196"/>
                    </a:cubicBezTo>
                    <a:cubicBezTo>
                      <a:pt x="315" y="228"/>
                      <a:pt x="315" y="275"/>
                      <a:pt x="295" y="312"/>
                    </a:cubicBezTo>
                    <a:cubicBezTo>
                      <a:pt x="278" y="352"/>
                      <a:pt x="238" y="376"/>
                      <a:pt x="193" y="376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41" name="CustomShape 11"/>
              <p:cNvSpPr/>
              <p:nvPr/>
            </p:nvSpPr>
            <p:spPr>
              <a:xfrm>
                <a:off x="7961040" y="3231720"/>
                <a:ext cx="138240" cy="142560"/>
              </a:xfrm>
              <a:custGeom>
                <a:avLst/>
                <a:gdLst/>
                <a:ahLst/>
                <a:rect l="l" t="t" r="r" b="b"/>
                <a:pathLst>
                  <a:path w="388" h="400">
                    <a:moveTo>
                      <a:pt x="387" y="203"/>
                    </a:moveTo>
                    <a:cubicBezTo>
                      <a:pt x="387" y="92"/>
                      <a:pt x="297" y="0"/>
                      <a:pt x="193" y="0"/>
                    </a:cubicBezTo>
                    <a:cubicBezTo>
                      <a:pt x="84" y="0"/>
                      <a:pt x="0" y="94"/>
                      <a:pt x="0" y="203"/>
                    </a:cubicBezTo>
                    <a:cubicBezTo>
                      <a:pt x="0" y="314"/>
                      <a:pt x="89" y="399"/>
                      <a:pt x="193" y="399"/>
                    </a:cubicBezTo>
                    <a:cubicBezTo>
                      <a:pt x="297" y="399"/>
                      <a:pt x="387" y="312"/>
                      <a:pt x="387" y="203"/>
                    </a:cubicBezTo>
                    <a:moveTo>
                      <a:pt x="193" y="376"/>
                    </a:moveTo>
                    <a:cubicBezTo>
                      <a:pt x="156" y="376"/>
                      <a:pt x="116" y="359"/>
                      <a:pt x="94" y="319"/>
                    </a:cubicBezTo>
                    <a:cubicBezTo>
                      <a:pt x="72" y="280"/>
                      <a:pt x="72" y="228"/>
                      <a:pt x="72" y="196"/>
                    </a:cubicBezTo>
                    <a:cubicBezTo>
                      <a:pt x="72" y="161"/>
                      <a:pt x="72" y="114"/>
                      <a:pt x="94" y="77"/>
                    </a:cubicBezTo>
                    <a:cubicBezTo>
                      <a:pt x="116" y="37"/>
                      <a:pt x="159" y="20"/>
                      <a:pt x="193" y="20"/>
                    </a:cubicBezTo>
                    <a:cubicBezTo>
                      <a:pt x="230" y="20"/>
                      <a:pt x="268" y="37"/>
                      <a:pt x="290" y="74"/>
                    </a:cubicBezTo>
                    <a:cubicBezTo>
                      <a:pt x="312" y="112"/>
                      <a:pt x="312" y="163"/>
                      <a:pt x="312" y="196"/>
                    </a:cubicBezTo>
                    <a:cubicBezTo>
                      <a:pt x="312" y="228"/>
                      <a:pt x="312" y="275"/>
                      <a:pt x="295" y="312"/>
                    </a:cubicBezTo>
                    <a:cubicBezTo>
                      <a:pt x="275" y="352"/>
                      <a:pt x="235" y="376"/>
                      <a:pt x="193" y="376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42" name="CustomShape 12"/>
              <p:cNvSpPr/>
              <p:nvPr/>
            </p:nvSpPr>
            <p:spPr>
              <a:xfrm>
                <a:off x="8119080" y="3231720"/>
                <a:ext cx="101160" cy="142560"/>
              </a:xfrm>
              <a:custGeom>
                <a:avLst/>
                <a:gdLst/>
                <a:ahLst/>
                <a:rect l="l" t="t" r="r" b="b"/>
                <a:pathLst>
                  <a:path w="285" h="400">
                    <a:moveTo>
                      <a:pt x="153" y="220"/>
                    </a:moveTo>
                    <a:cubicBezTo>
                      <a:pt x="173" y="223"/>
                      <a:pt x="242" y="238"/>
                      <a:pt x="242" y="300"/>
                    </a:cubicBezTo>
                    <a:cubicBezTo>
                      <a:pt x="242" y="344"/>
                      <a:pt x="213" y="379"/>
                      <a:pt x="146" y="379"/>
                    </a:cubicBezTo>
                    <a:cubicBezTo>
                      <a:pt x="71" y="379"/>
                      <a:pt x="42" y="329"/>
                      <a:pt x="24" y="255"/>
                    </a:cubicBezTo>
                    <a:cubicBezTo>
                      <a:pt x="22" y="245"/>
                      <a:pt x="19" y="240"/>
                      <a:pt x="12" y="240"/>
                    </a:cubicBezTo>
                    <a:cubicBezTo>
                      <a:pt x="0" y="240"/>
                      <a:pt x="0" y="248"/>
                      <a:pt x="0" y="262"/>
                    </a:cubicBezTo>
                    <a:cubicBezTo>
                      <a:pt x="0" y="300"/>
                      <a:pt x="0" y="338"/>
                      <a:pt x="0" y="376"/>
                    </a:cubicBezTo>
                    <a:cubicBezTo>
                      <a:pt x="0" y="391"/>
                      <a:pt x="0" y="399"/>
                      <a:pt x="9" y="399"/>
                    </a:cubicBezTo>
                    <a:cubicBezTo>
                      <a:pt x="14" y="399"/>
                      <a:pt x="14" y="396"/>
                      <a:pt x="32" y="381"/>
                    </a:cubicBezTo>
                    <a:cubicBezTo>
                      <a:pt x="34" y="379"/>
                      <a:pt x="34" y="376"/>
                      <a:pt x="49" y="361"/>
                    </a:cubicBezTo>
                    <a:cubicBezTo>
                      <a:pt x="89" y="396"/>
                      <a:pt x="126" y="399"/>
                      <a:pt x="146" y="399"/>
                    </a:cubicBezTo>
                    <a:cubicBezTo>
                      <a:pt x="245" y="399"/>
                      <a:pt x="284" y="339"/>
                      <a:pt x="284" y="277"/>
                    </a:cubicBezTo>
                    <a:cubicBezTo>
                      <a:pt x="284" y="230"/>
                      <a:pt x="260" y="206"/>
                      <a:pt x="250" y="196"/>
                    </a:cubicBezTo>
                    <a:cubicBezTo>
                      <a:pt x="220" y="168"/>
                      <a:pt x="185" y="161"/>
                      <a:pt x="148" y="154"/>
                    </a:cubicBezTo>
                    <a:cubicBezTo>
                      <a:pt x="101" y="144"/>
                      <a:pt x="42" y="131"/>
                      <a:pt x="42" y="82"/>
                    </a:cubicBezTo>
                    <a:cubicBezTo>
                      <a:pt x="42" y="52"/>
                      <a:pt x="64" y="15"/>
                      <a:pt x="141" y="15"/>
                    </a:cubicBezTo>
                    <a:cubicBezTo>
                      <a:pt x="235" y="15"/>
                      <a:pt x="240" y="94"/>
                      <a:pt x="242" y="121"/>
                    </a:cubicBezTo>
                    <a:cubicBezTo>
                      <a:pt x="242" y="129"/>
                      <a:pt x="250" y="129"/>
                      <a:pt x="252" y="129"/>
                    </a:cubicBezTo>
                    <a:cubicBezTo>
                      <a:pt x="262" y="129"/>
                      <a:pt x="262" y="124"/>
                      <a:pt x="262" y="109"/>
                    </a:cubicBezTo>
                    <a:cubicBezTo>
                      <a:pt x="262" y="79"/>
                      <a:pt x="262" y="50"/>
                      <a:pt x="262" y="20"/>
                    </a:cubicBezTo>
                    <a:cubicBezTo>
                      <a:pt x="262" y="5"/>
                      <a:pt x="262" y="0"/>
                      <a:pt x="255" y="0"/>
                    </a:cubicBezTo>
                    <a:cubicBezTo>
                      <a:pt x="250" y="0"/>
                      <a:pt x="247" y="0"/>
                      <a:pt x="237" y="10"/>
                    </a:cubicBezTo>
                    <a:cubicBezTo>
                      <a:pt x="235" y="13"/>
                      <a:pt x="225" y="22"/>
                      <a:pt x="223" y="25"/>
                    </a:cubicBezTo>
                    <a:cubicBezTo>
                      <a:pt x="188" y="0"/>
                      <a:pt x="153" y="0"/>
                      <a:pt x="141" y="0"/>
                    </a:cubicBezTo>
                    <a:cubicBezTo>
                      <a:pt x="34" y="0"/>
                      <a:pt x="0" y="57"/>
                      <a:pt x="0" y="107"/>
                    </a:cubicBezTo>
                    <a:cubicBezTo>
                      <a:pt x="0" y="136"/>
                      <a:pt x="14" y="161"/>
                      <a:pt x="37" y="181"/>
                    </a:cubicBezTo>
                    <a:cubicBezTo>
                      <a:pt x="66" y="203"/>
                      <a:pt x="91" y="208"/>
                      <a:pt x="153" y="22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43" name="CustomShape 13"/>
              <p:cNvSpPr/>
              <p:nvPr/>
            </p:nvSpPr>
            <p:spPr>
              <a:xfrm>
                <a:off x="8241120" y="3231720"/>
                <a:ext cx="120240" cy="142560"/>
              </a:xfrm>
              <a:custGeom>
                <a:avLst/>
                <a:gdLst/>
                <a:ahLst/>
                <a:rect l="l" t="t" r="r" b="b"/>
                <a:pathLst>
                  <a:path w="338" h="400">
                    <a:moveTo>
                      <a:pt x="74" y="171"/>
                    </a:moveTo>
                    <a:cubicBezTo>
                      <a:pt x="79" y="40"/>
                      <a:pt x="151" y="20"/>
                      <a:pt x="181" y="20"/>
                    </a:cubicBezTo>
                    <a:cubicBezTo>
                      <a:pt x="270" y="20"/>
                      <a:pt x="280" y="136"/>
                      <a:pt x="280" y="171"/>
                    </a:cubicBezTo>
                    <a:cubicBezTo>
                      <a:pt x="211" y="171"/>
                      <a:pt x="143" y="171"/>
                      <a:pt x="74" y="171"/>
                    </a:cubicBezTo>
                    <a:moveTo>
                      <a:pt x="72" y="188"/>
                    </a:moveTo>
                    <a:cubicBezTo>
                      <a:pt x="153" y="188"/>
                      <a:pt x="234" y="188"/>
                      <a:pt x="315" y="188"/>
                    </a:cubicBezTo>
                    <a:cubicBezTo>
                      <a:pt x="334" y="188"/>
                      <a:pt x="337" y="188"/>
                      <a:pt x="337" y="171"/>
                    </a:cubicBezTo>
                    <a:cubicBezTo>
                      <a:pt x="337" y="84"/>
                      <a:pt x="290" y="0"/>
                      <a:pt x="181" y="0"/>
                    </a:cubicBezTo>
                    <a:cubicBezTo>
                      <a:pt x="82" y="0"/>
                      <a:pt x="0" y="89"/>
                      <a:pt x="0" y="198"/>
                    </a:cubicBezTo>
                    <a:cubicBezTo>
                      <a:pt x="0" y="314"/>
                      <a:pt x="92" y="399"/>
                      <a:pt x="193" y="399"/>
                    </a:cubicBezTo>
                    <a:cubicBezTo>
                      <a:pt x="297" y="399"/>
                      <a:pt x="337" y="302"/>
                      <a:pt x="337" y="285"/>
                    </a:cubicBezTo>
                    <a:cubicBezTo>
                      <a:pt x="337" y="277"/>
                      <a:pt x="330" y="275"/>
                      <a:pt x="327" y="275"/>
                    </a:cubicBezTo>
                    <a:cubicBezTo>
                      <a:pt x="317" y="275"/>
                      <a:pt x="317" y="280"/>
                      <a:pt x="315" y="287"/>
                    </a:cubicBezTo>
                    <a:cubicBezTo>
                      <a:pt x="285" y="376"/>
                      <a:pt x="206" y="376"/>
                      <a:pt x="198" y="376"/>
                    </a:cubicBezTo>
                    <a:cubicBezTo>
                      <a:pt x="154" y="376"/>
                      <a:pt x="119" y="352"/>
                      <a:pt x="99" y="319"/>
                    </a:cubicBezTo>
                    <a:cubicBezTo>
                      <a:pt x="72" y="277"/>
                      <a:pt x="72" y="220"/>
                      <a:pt x="72" y="188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44" name="CustomShape 14"/>
              <p:cNvSpPr/>
              <p:nvPr/>
            </p:nvSpPr>
            <p:spPr>
              <a:xfrm>
                <a:off x="8487360" y="3154320"/>
                <a:ext cx="153000" cy="219960"/>
              </a:xfrm>
              <a:custGeom>
                <a:avLst/>
                <a:gdLst/>
                <a:ahLst/>
                <a:rect l="l" t="t" r="r" b="b"/>
                <a:pathLst>
                  <a:path w="429" h="615">
                    <a:moveTo>
                      <a:pt x="300" y="557"/>
                    </a:moveTo>
                    <a:cubicBezTo>
                      <a:pt x="300" y="576"/>
                      <a:pt x="300" y="595"/>
                      <a:pt x="300" y="614"/>
                    </a:cubicBezTo>
                    <a:cubicBezTo>
                      <a:pt x="343" y="610"/>
                      <a:pt x="385" y="607"/>
                      <a:pt x="428" y="604"/>
                    </a:cubicBezTo>
                    <a:cubicBezTo>
                      <a:pt x="428" y="595"/>
                      <a:pt x="428" y="586"/>
                      <a:pt x="428" y="576"/>
                    </a:cubicBezTo>
                    <a:cubicBezTo>
                      <a:pt x="366" y="576"/>
                      <a:pt x="359" y="572"/>
                      <a:pt x="359" y="527"/>
                    </a:cubicBezTo>
                    <a:cubicBezTo>
                      <a:pt x="359" y="351"/>
                      <a:pt x="359" y="176"/>
                      <a:pt x="359" y="0"/>
                    </a:cubicBezTo>
                    <a:cubicBezTo>
                      <a:pt x="318" y="3"/>
                      <a:pt x="276" y="6"/>
                      <a:pt x="235" y="10"/>
                    </a:cubicBezTo>
                    <a:cubicBezTo>
                      <a:pt x="235" y="19"/>
                      <a:pt x="235" y="28"/>
                      <a:pt x="235" y="37"/>
                    </a:cubicBezTo>
                    <a:cubicBezTo>
                      <a:pt x="295" y="37"/>
                      <a:pt x="302" y="44"/>
                      <a:pt x="302" y="86"/>
                    </a:cubicBezTo>
                    <a:cubicBezTo>
                      <a:pt x="302" y="149"/>
                      <a:pt x="302" y="212"/>
                      <a:pt x="302" y="275"/>
                    </a:cubicBezTo>
                    <a:cubicBezTo>
                      <a:pt x="277" y="242"/>
                      <a:pt x="240" y="220"/>
                      <a:pt x="193" y="220"/>
                    </a:cubicBezTo>
                    <a:cubicBezTo>
                      <a:pt x="89" y="220"/>
                      <a:pt x="0" y="304"/>
                      <a:pt x="0" y="418"/>
                    </a:cubicBezTo>
                    <a:cubicBezTo>
                      <a:pt x="0" y="527"/>
                      <a:pt x="84" y="614"/>
                      <a:pt x="183" y="614"/>
                    </a:cubicBezTo>
                    <a:cubicBezTo>
                      <a:pt x="240" y="614"/>
                      <a:pt x="277" y="584"/>
                      <a:pt x="300" y="557"/>
                    </a:cubicBezTo>
                    <a:moveTo>
                      <a:pt x="300" y="324"/>
                    </a:moveTo>
                    <a:cubicBezTo>
                      <a:pt x="300" y="383"/>
                      <a:pt x="300" y="443"/>
                      <a:pt x="300" y="502"/>
                    </a:cubicBezTo>
                    <a:cubicBezTo>
                      <a:pt x="300" y="517"/>
                      <a:pt x="300" y="520"/>
                      <a:pt x="290" y="534"/>
                    </a:cubicBezTo>
                    <a:cubicBezTo>
                      <a:pt x="265" y="574"/>
                      <a:pt x="225" y="594"/>
                      <a:pt x="188" y="594"/>
                    </a:cubicBezTo>
                    <a:cubicBezTo>
                      <a:pt x="148" y="594"/>
                      <a:pt x="116" y="572"/>
                      <a:pt x="96" y="539"/>
                    </a:cubicBezTo>
                    <a:cubicBezTo>
                      <a:pt x="74" y="502"/>
                      <a:pt x="72" y="453"/>
                      <a:pt x="72" y="418"/>
                    </a:cubicBezTo>
                    <a:cubicBezTo>
                      <a:pt x="72" y="386"/>
                      <a:pt x="72" y="334"/>
                      <a:pt x="99" y="294"/>
                    </a:cubicBezTo>
                    <a:cubicBezTo>
                      <a:pt x="116" y="267"/>
                      <a:pt x="148" y="240"/>
                      <a:pt x="196" y="240"/>
                    </a:cubicBezTo>
                    <a:cubicBezTo>
                      <a:pt x="228" y="240"/>
                      <a:pt x="262" y="252"/>
                      <a:pt x="290" y="292"/>
                    </a:cubicBezTo>
                    <a:cubicBezTo>
                      <a:pt x="300" y="307"/>
                      <a:pt x="300" y="307"/>
                      <a:pt x="300" y="324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45" name="CustomShape 15"/>
              <p:cNvSpPr/>
              <p:nvPr/>
            </p:nvSpPr>
            <p:spPr>
              <a:xfrm>
                <a:off x="8659440" y="3231720"/>
                <a:ext cx="120240" cy="142560"/>
              </a:xfrm>
              <a:custGeom>
                <a:avLst/>
                <a:gdLst/>
                <a:ahLst/>
                <a:rect l="l" t="t" r="r" b="b"/>
                <a:pathLst>
                  <a:path w="338" h="400">
                    <a:moveTo>
                      <a:pt x="72" y="171"/>
                    </a:moveTo>
                    <a:cubicBezTo>
                      <a:pt x="77" y="40"/>
                      <a:pt x="151" y="20"/>
                      <a:pt x="181" y="20"/>
                    </a:cubicBezTo>
                    <a:cubicBezTo>
                      <a:pt x="270" y="20"/>
                      <a:pt x="277" y="136"/>
                      <a:pt x="277" y="171"/>
                    </a:cubicBezTo>
                    <a:cubicBezTo>
                      <a:pt x="209" y="171"/>
                      <a:pt x="140" y="171"/>
                      <a:pt x="72" y="171"/>
                    </a:cubicBezTo>
                    <a:moveTo>
                      <a:pt x="72" y="188"/>
                    </a:moveTo>
                    <a:cubicBezTo>
                      <a:pt x="153" y="188"/>
                      <a:pt x="234" y="188"/>
                      <a:pt x="315" y="188"/>
                    </a:cubicBezTo>
                    <a:cubicBezTo>
                      <a:pt x="334" y="188"/>
                      <a:pt x="337" y="188"/>
                      <a:pt x="337" y="171"/>
                    </a:cubicBezTo>
                    <a:cubicBezTo>
                      <a:pt x="337" y="84"/>
                      <a:pt x="290" y="0"/>
                      <a:pt x="181" y="0"/>
                    </a:cubicBezTo>
                    <a:cubicBezTo>
                      <a:pt x="79" y="0"/>
                      <a:pt x="0" y="89"/>
                      <a:pt x="0" y="198"/>
                    </a:cubicBezTo>
                    <a:cubicBezTo>
                      <a:pt x="0" y="314"/>
                      <a:pt x="92" y="399"/>
                      <a:pt x="191" y="399"/>
                    </a:cubicBezTo>
                    <a:cubicBezTo>
                      <a:pt x="297" y="399"/>
                      <a:pt x="337" y="302"/>
                      <a:pt x="337" y="285"/>
                    </a:cubicBezTo>
                    <a:cubicBezTo>
                      <a:pt x="337" y="277"/>
                      <a:pt x="329" y="275"/>
                      <a:pt x="325" y="275"/>
                    </a:cubicBezTo>
                    <a:cubicBezTo>
                      <a:pt x="317" y="275"/>
                      <a:pt x="315" y="280"/>
                      <a:pt x="315" y="287"/>
                    </a:cubicBezTo>
                    <a:cubicBezTo>
                      <a:pt x="282" y="376"/>
                      <a:pt x="206" y="376"/>
                      <a:pt x="196" y="376"/>
                    </a:cubicBezTo>
                    <a:cubicBezTo>
                      <a:pt x="154" y="376"/>
                      <a:pt x="116" y="352"/>
                      <a:pt x="97" y="319"/>
                    </a:cubicBezTo>
                    <a:cubicBezTo>
                      <a:pt x="72" y="277"/>
                      <a:pt x="72" y="220"/>
                      <a:pt x="72" y="188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46" name="CustomShape 16"/>
              <p:cNvSpPr/>
              <p:nvPr/>
            </p:nvSpPr>
            <p:spPr>
              <a:xfrm>
                <a:off x="8800200" y="3154320"/>
                <a:ext cx="68760" cy="216360"/>
              </a:xfrm>
              <a:custGeom>
                <a:avLst/>
                <a:gdLst/>
                <a:ahLst/>
                <a:rect l="l" t="t" r="r" b="b"/>
                <a:pathLst>
                  <a:path w="195" h="605">
                    <a:moveTo>
                      <a:pt x="124" y="0"/>
                    </a:moveTo>
                    <a:cubicBezTo>
                      <a:pt x="83" y="3"/>
                      <a:pt x="42" y="6"/>
                      <a:pt x="0" y="10"/>
                    </a:cubicBezTo>
                    <a:cubicBezTo>
                      <a:pt x="0" y="19"/>
                      <a:pt x="0" y="28"/>
                      <a:pt x="0" y="37"/>
                    </a:cubicBezTo>
                    <a:cubicBezTo>
                      <a:pt x="60" y="37"/>
                      <a:pt x="67" y="44"/>
                      <a:pt x="67" y="86"/>
                    </a:cubicBezTo>
                    <a:cubicBezTo>
                      <a:pt x="67" y="237"/>
                      <a:pt x="67" y="387"/>
                      <a:pt x="67" y="537"/>
                    </a:cubicBezTo>
                    <a:cubicBezTo>
                      <a:pt x="67" y="576"/>
                      <a:pt x="57" y="576"/>
                      <a:pt x="0" y="576"/>
                    </a:cubicBezTo>
                    <a:cubicBezTo>
                      <a:pt x="0" y="586"/>
                      <a:pt x="0" y="595"/>
                      <a:pt x="0" y="604"/>
                    </a:cubicBezTo>
                    <a:cubicBezTo>
                      <a:pt x="28" y="604"/>
                      <a:pt x="76" y="601"/>
                      <a:pt x="97" y="601"/>
                    </a:cubicBezTo>
                    <a:cubicBezTo>
                      <a:pt x="118" y="601"/>
                      <a:pt x="161" y="604"/>
                      <a:pt x="194" y="604"/>
                    </a:cubicBezTo>
                    <a:cubicBezTo>
                      <a:pt x="194" y="595"/>
                      <a:pt x="194" y="586"/>
                      <a:pt x="194" y="576"/>
                    </a:cubicBezTo>
                    <a:cubicBezTo>
                      <a:pt x="134" y="576"/>
                      <a:pt x="124" y="576"/>
                      <a:pt x="124" y="537"/>
                    </a:cubicBezTo>
                    <a:cubicBezTo>
                      <a:pt x="124" y="358"/>
                      <a:pt x="124" y="179"/>
                      <a:pt x="1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47" name="CustomShape 17"/>
              <p:cNvSpPr/>
              <p:nvPr/>
            </p:nvSpPr>
            <p:spPr>
              <a:xfrm>
                <a:off x="8889480" y="3231720"/>
                <a:ext cx="140760" cy="142560"/>
              </a:xfrm>
              <a:custGeom>
                <a:avLst/>
                <a:gdLst/>
                <a:ahLst/>
                <a:rect l="l" t="t" r="r" b="b"/>
                <a:pathLst>
                  <a:path w="395" h="400">
                    <a:moveTo>
                      <a:pt x="255" y="322"/>
                    </a:moveTo>
                    <a:cubicBezTo>
                      <a:pt x="258" y="357"/>
                      <a:pt x="283" y="394"/>
                      <a:pt x="322" y="394"/>
                    </a:cubicBezTo>
                    <a:cubicBezTo>
                      <a:pt x="340" y="394"/>
                      <a:pt x="394" y="381"/>
                      <a:pt x="394" y="312"/>
                    </a:cubicBezTo>
                    <a:cubicBezTo>
                      <a:pt x="394" y="295"/>
                      <a:pt x="394" y="279"/>
                      <a:pt x="394" y="262"/>
                    </a:cubicBezTo>
                    <a:cubicBezTo>
                      <a:pt x="387" y="262"/>
                      <a:pt x="379" y="262"/>
                      <a:pt x="372" y="262"/>
                    </a:cubicBezTo>
                    <a:cubicBezTo>
                      <a:pt x="372" y="279"/>
                      <a:pt x="372" y="295"/>
                      <a:pt x="372" y="312"/>
                    </a:cubicBezTo>
                    <a:cubicBezTo>
                      <a:pt x="372" y="361"/>
                      <a:pt x="350" y="366"/>
                      <a:pt x="340" y="366"/>
                    </a:cubicBezTo>
                    <a:cubicBezTo>
                      <a:pt x="312" y="366"/>
                      <a:pt x="307" y="327"/>
                      <a:pt x="307" y="324"/>
                    </a:cubicBezTo>
                    <a:cubicBezTo>
                      <a:pt x="307" y="266"/>
                      <a:pt x="307" y="207"/>
                      <a:pt x="307" y="149"/>
                    </a:cubicBezTo>
                    <a:cubicBezTo>
                      <a:pt x="307" y="114"/>
                      <a:pt x="307" y="79"/>
                      <a:pt x="278" y="47"/>
                    </a:cubicBezTo>
                    <a:cubicBezTo>
                      <a:pt x="243" y="13"/>
                      <a:pt x="198" y="0"/>
                      <a:pt x="159" y="0"/>
                    </a:cubicBezTo>
                    <a:cubicBezTo>
                      <a:pt x="87" y="0"/>
                      <a:pt x="27" y="40"/>
                      <a:pt x="27" y="97"/>
                    </a:cubicBezTo>
                    <a:cubicBezTo>
                      <a:pt x="27" y="124"/>
                      <a:pt x="45" y="139"/>
                      <a:pt x="67" y="139"/>
                    </a:cubicBezTo>
                    <a:cubicBezTo>
                      <a:pt x="92" y="139"/>
                      <a:pt x="107" y="121"/>
                      <a:pt x="107" y="99"/>
                    </a:cubicBezTo>
                    <a:cubicBezTo>
                      <a:pt x="107" y="89"/>
                      <a:pt x="102" y="60"/>
                      <a:pt x="62" y="60"/>
                    </a:cubicBezTo>
                    <a:cubicBezTo>
                      <a:pt x="84" y="27"/>
                      <a:pt x="129" y="20"/>
                      <a:pt x="156" y="20"/>
                    </a:cubicBezTo>
                    <a:cubicBezTo>
                      <a:pt x="198" y="20"/>
                      <a:pt x="248" y="52"/>
                      <a:pt x="248" y="129"/>
                    </a:cubicBezTo>
                    <a:cubicBezTo>
                      <a:pt x="248" y="140"/>
                      <a:pt x="248" y="150"/>
                      <a:pt x="248" y="161"/>
                    </a:cubicBezTo>
                    <a:cubicBezTo>
                      <a:pt x="203" y="163"/>
                      <a:pt x="144" y="168"/>
                      <a:pt x="89" y="193"/>
                    </a:cubicBezTo>
                    <a:cubicBezTo>
                      <a:pt x="22" y="223"/>
                      <a:pt x="0" y="267"/>
                      <a:pt x="0" y="307"/>
                    </a:cubicBezTo>
                    <a:cubicBezTo>
                      <a:pt x="0" y="376"/>
                      <a:pt x="84" y="399"/>
                      <a:pt x="141" y="399"/>
                    </a:cubicBezTo>
                    <a:cubicBezTo>
                      <a:pt x="198" y="399"/>
                      <a:pt x="238" y="364"/>
                      <a:pt x="255" y="322"/>
                    </a:cubicBezTo>
                    <a:moveTo>
                      <a:pt x="248" y="181"/>
                    </a:moveTo>
                    <a:cubicBezTo>
                      <a:pt x="248" y="210"/>
                      <a:pt x="248" y="239"/>
                      <a:pt x="248" y="267"/>
                    </a:cubicBezTo>
                    <a:cubicBezTo>
                      <a:pt x="248" y="349"/>
                      <a:pt x="186" y="379"/>
                      <a:pt x="146" y="379"/>
                    </a:cubicBezTo>
                    <a:cubicBezTo>
                      <a:pt x="104" y="379"/>
                      <a:pt x="67" y="349"/>
                      <a:pt x="67" y="305"/>
                    </a:cubicBezTo>
                    <a:cubicBezTo>
                      <a:pt x="67" y="258"/>
                      <a:pt x="104" y="186"/>
                      <a:pt x="248" y="181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48" name="CustomShape 18"/>
              <p:cNvSpPr/>
              <p:nvPr/>
            </p:nvSpPr>
            <p:spPr>
              <a:xfrm>
                <a:off x="9030600" y="3237120"/>
                <a:ext cx="152280" cy="197640"/>
              </a:xfrm>
              <a:custGeom>
                <a:avLst/>
                <a:gdLst/>
                <a:ahLst/>
                <a:rect l="l" t="t" r="r" b="b"/>
                <a:pathLst>
                  <a:path w="427" h="553">
                    <a:moveTo>
                      <a:pt x="344" y="82"/>
                    </a:moveTo>
                    <a:cubicBezTo>
                      <a:pt x="369" y="27"/>
                      <a:pt x="411" y="27"/>
                      <a:pt x="426" y="27"/>
                    </a:cubicBezTo>
                    <a:cubicBezTo>
                      <a:pt x="426" y="18"/>
                      <a:pt x="426" y="9"/>
                      <a:pt x="426" y="0"/>
                    </a:cubicBezTo>
                    <a:cubicBezTo>
                      <a:pt x="406" y="0"/>
                      <a:pt x="381" y="2"/>
                      <a:pt x="361" y="2"/>
                    </a:cubicBezTo>
                    <a:cubicBezTo>
                      <a:pt x="344" y="2"/>
                      <a:pt x="304" y="0"/>
                      <a:pt x="285" y="0"/>
                    </a:cubicBezTo>
                    <a:cubicBezTo>
                      <a:pt x="285" y="9"/>
                      <a:pt x="285" y="18"/>
                      <a:pt x="285" y="27"/>
                    </a:cubicBezTo>
                    <a:cubicBezTo>
                      <a:pt x="312" y="27"/>
                      <a:pt x="327" y="42"/>
                      <a:pt x="327" y="64"/>
                    </a:cubicBezTo>
                    <a:cubicBezTo>
                      <a:pt x="327" y="72"/>
                      <a:pt x="324" y="74"/>
                      <a:pt x="322" y="84"/>
                    </a:cubicBezTo>
                    <a:cubicBezTo>
                      <a:pt x="292" y="155"/>
                      <a:pt x="262" y="226"/>
                      <a:pt x="233" y="297"/>
                    </a:cubicBezTo>
                    <a:cubicBezTo>
                      <a:pt x="200" y="219"/>
                      <a:pt x="168" y="142"/>
                      <a:pt x="136" y="64"/>
                    </a:cubicBezTo>
                    <a:cubicBezTo>
                      <a:pt x="133" y="57"/>
                      <a:pt x="131" y="52"/>
                      <a:pt x="131" y="49"/>
                    </a:cubicBezTo>
                    <a:cubicBezTo>
                      <a:pt x="131" y="27"/>
                      <a:pt x="163" y="27"/>
                      <a:pt x="181" y="27"/>
                    </a:cubicBezTo>
                    <a:cubicBezTo>
                      <a:pt x="181" y="18"/>
                      <a:pt x="181" y="9"/>
                      <a:pt x="181" y="0"/>
                    </a:cubicBezTo>
                    <a:cubicBezTo>
                      <a:pt x="156" y="0"/>
                      <a:pt x="99" y="2"/>
                      <a:pt x="84" y="2"/>
                    </a:cubicBezTo>
                    <a:cubicBezTo>
                      <a:pt x="62" y="2"/>
                      <a:pt x="27" y="0"/>
                      <a:pt x="0" y="0"/>
                    </a:cubicBezTo>
                    <a:cubicBezTo>
                      <a:pt x="0" y="9"/>
                      <a:pt x="0" y="18"/>
                      <a:pt x="0" y="27"/>
                    </a:cubicBezTo>
                    <a:cubicBezTo>
                      <a:pt x="42" y="27"/>
                      <a:pt x="59" y="27"/>
                      <a:pt x="71" y="57"/>
                    </a:cubicBezTo>
                    <a:cubicBezTo>
                      <a:pt x="114" y="163"/>
                      <a:pt x="157" y="268"/>
                      <a:pt x="200" y="374"/>
                    </a:cubicBezTo>
                    <a:cubicBezTo>
                      <a:pt x="198" y="386"/>
                      <a:pt x="185" y="413"/>
                      <a:pt x="181" y="426"/>
                    </a:cubicBezTo>
                    <a:cubicBezTo>
                      <a:pt x="161" y="473"/>
                      <a:pt x="136" y="532"/>
                      <a:pt x="81" y="532"/>
                    </a:cubicBezTo>
                    <a:cubicBezTo>
                      <a:pt x="76" y="532"/>
                      <a:pt x="57" y="532"/>
                      <a:pt x="39" y="517"/>
                    </a:cubicBezTo>
                    <a:cubicBezTo>
                      <a:pt x="67" y="512"/>
                      <a:pt x="74" y="495"/>
                      <a:pt x="74" y="480"/>
                    </a:cubicBezTo>
                    <a:cubicBezTo>
                      <a:pt x="74" y="458"/>
                      <a:pt x="57" y="443"/>
                      <a:pt x="37" y="443"/>
                    </a:cubicBezTo>
                    <a:cubicBezTo>
                      <a:pt x="19" y="443"/>
                      <a:pt x="0" y="455"/>
                      <a:pt x="0" y="480"/>
                    </a:cubicBezTo>
                    <a:cubicBezTo>
                      <a:pt x="0" y="520"/>
                      <a:pt x="37" y="552"/>
                      <a:pt x="81" y="552"/>
                    </a:cubicBezTo>
                    <a:cubicBezTo>
                      <a:pt x="136" y="552"/>
                      <a:pt x="171" y="502"/>
                      <a:pt x="193" y="453"/>
                    </a:cubicBezTo>
                    <a:cubicBezTo>
                      <a:pt x="243" y="329"/>
                      <a:pt x="294" y="205"/>
                      <a:pt x="344" y="8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49" name="CustomShape 19"/>
              <p:cNvSpPr/>
              <p:nvPr/>
            </p:nvSpPr>
            <p:spPr>
              <a:xfrm>
                <a:off x="9190080" y="3231720"/>
                <a:ext cx="120240" cy="142560"/>
              </a:xfrm>
              <a:custGeom>
                <a:avLst/>
                <a:gdLst/>
                <a:ahLst/>
                <a:rect l="l" t="t" r="r" b="b"/>
                <a:pathLst>
                  <a:path w="338" h="400">
                    <a:moveTo>
                      <a:pt x="74" y="171"/>
                    </a:moveTo>
                    <a:cubicBezTo>
                      <a:pt x="79" y="40"/>
                      <a:pt x="151" y="20"/>
                      <a:pt x="181" y="20"/>
                    </a:cubicBezTo>
                    <a:cubicBezTo>
                      <a:pt x="270" y="20"/>
                      <a:pt x="280" y="136"/>
                      <a:pt x="280" y="171"/>
                    </a:cubicBezTo>
                    <a:cubicBezTo>
                      <a:pt x="212" y="171"/>
                      <a:pt x="143" y="171"/>
                      <a:pt x="74" y="171"/>
                    </a:cubicBezTo>
                    <a:moveTo>
                      <a:pt x="72" y="188"/>
                    </a:moveTo>
                    <a:cubicBezTo>
                      <a:pt x="153" y="188"/>
                      <a:pt x="234" y="188"/>
                      <a:pt x="315" y="188"/>
                    </a:cubicBezTo>
                    <a:cubicBezTo>
                      <a:pt x="335" y="188"/>
                      <a:pt x="337" y="188"/>
                      <a:pt x="337" y="171"/>
                    </a:cubicBezTo>
                    <a:cubicBezTo>
                      <a:pt x="337" y="84"/>
                      <a:pt x="290" y="0"/>
                      <a:pt x="181" y="0"/>
                    </a:cubicBezTo>
                    <a:cubicBezTo>
                      <a:pt x="79" y="0"/>
                      <a:pt x="0" y="89"/>
                      <a:pt x="0" y="198"/>
                    </a:cubicBezTo>
                    <a:cubicBezTo>
                      <a:pt x="0" y="314"/>
                      <a:pt x="92" y="399"/>
                      <a:pt x="191" y="399"/>
                    </a:cubicBezTo>
                    <a:cubicBezTo>
                      <a:pt x="297" y="399"/>
                      <a:pt x="337" y="302"/>
                      <a:pt x="337" y="285"/>
                    </a:cubicBezTo>
                    <a:cubicBezTo>
                      <a:pt x="337" y="277"/>
                      <a:pt x="330" y="275"/>
                      <a:pt x="325" y="275"/>
                    </a:cubicBezTo>
                    <a:cubicBezTo>
                      <a:pt x="317" y="275"/>
                      <a:pt x="317" y="280"/>
                      <a:pt x="315" y="287"/>
                    </a:cubicBezTo>
                    <a:cubicBezTo>
                      <a:pt x="285" y="376"/>
                      <a:pt x="206" y="376"/>
                      <a:pt x="196" y="376"/>
                    </a:cubicBezTo>
                    <a:cubicBezTo>
                      <a:pt x="154" y="376"/>
                      <a:pt x="119" y="352"/>
                      <a:pt x="99" y="319"/>
                    </a:cubicBezTo>
                    <a:cubicBezTo>
                      <a:pt x="72" y="277"/>
                      <a:pt x="72" y="220"/>
                      <a:pt x="72" y="188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0" name="CustomShape 20"/>
              <p:cNvSpPr/>
              <p:nvPr/>
            </p:nvSpPr>
            <p:spPr>
              <a:xfrm>
                <a:off x="9331200" y="3154320"/>
                <a:ext cx="154080" cy="219960"/>
              </a:xfrm>
              <a:custGeom>
                <a:avLst/>
                <a:gdLst/>
                <a:ahLst/>
                <a:rect l="l" t="t" r="r" b="b"/>
                <a:pathLst>
                  <a:path w="432" h="615">
                    <a:moveTo>
                      <a:pt x="302" y="557"/>
                    </a:moveTo>
                    <a:cubicBezTo>
                      <a:pt x="302" y="576"/>
                      <a:pt x="302" y="595"/>
                      <a:pt x="302" y="614"/>
                    </a:cubicBezTo>
                    <a:cubicBezTo>
                      <a:pt x="345" y="610"/>
                      <a:pt x="388" y="607"/>
                      <a:pt x="431" y="604"/>
                    </a:cubicBezTo>
                    <a:cubicBezTo>
                      <a:pt x="431" y="595"/>
                      <a:pt x="431" y="586"/>
                      <a:pt x="431" y="576"/>
                    </a:cubicBezTo>
                    <a:cubicBezTo>
                      <a:pt x="369" y="576"/>
                      <a:pt x="361" y="572"/>
                      <a:pt x="361" y="527"/>
                    </a:cubicBezTo>
                    <a:cubicBezTo>
                      <a:pt x="361" y="351"/>
                      <a:pt x="361" y="176"/>
                      <a:pt x="361" y="0"/>
                    </a:cubicBezTo>
                    <a:cubicBezTo>
                      <a:pt x="320" y="3"/>
                      <a:pt x="279" y="6"/>
                      <a:pt x="237" y="10"/>
                    </a:cubicBezTo>
                    <a:cubicBezTo>
                      <a:pt x="237" y="19"/>
                      <a:pt x="237" y="28"/>
                      <a:pt x="237" y="37"/>
                    </a:cubicBezTo>
                    <a:cubicBezTo>
                      <a:pt x="297" y="37"/>
                      <a:pt x="304" y="44"/>
                      <a:pt x="304" y="86"/>
                    </a:cubicBezTo>
                    <a:cubicBezTo>
                      <a:pt x="304" y="149"/>
                      <a:pt x="304" y="212"/>
                      <a:pt x="304" y="275"/>
                    </a:cubicBezTo>
                    <a:cubicBezTo>
                      <a:pt x="280" y="242"/>
                      <a:pt x="242" y="220"/>
                      <a:pt x="195" y="220"/>
                    </a:cubicBezTo>
                    <a:cubicBezTo>
                      <a:pt x="91" y="220"/>
                      <a:pt x="0" y="304"/>
                      <a:pt x="0" y="418"/>
                    </a:cubicBezTo>
                    <a:cubicBezTo>
                      <a:pt x="0" y="527"/>
                      <a:pt x="86" y="614"/>
                      <a:pt x="185" y="614"/>
                    </a:cubicBezTo>
                    <a:cubicBezTo>
                      <a:pt x="240" y="614"/>
                      <a:pt x="280" y="584"/>
                      <a:pt x="302" y="557"/>
                    </a:cubicBezTo>
                    <a:moveTo>
                      <a:pt x="302" y="324"/>
                    </a:moveTo>
                    <a:cubicBezTo>
                      <a:pt x="302" y="383"/>
                      <a:pt x="302" y="443"/>
                      <a:pt x="302" y="502"/>
                    </a:cubicBezTo>
                    <a:cubicBezTo>
                      <a:pt x="302" y="517"/>
                      <a:pt x="302" y="520"/>
                      <a:pt x="292" y="534"/>
                    </a:cubicBezTo>
                    <a:cubicBezTo>
                      <a:pt x="267" y="574"/>
                      <a:pt x="228" y="594"/>
                      <a:pt x="190" y="594"/>
                    </a:cubicBezTo>
                    <a:cubicBezTo>
                      <a:pt x="151" y="594"/>
                      <a:pt x="119" y="572"/>
                      <a:pt x="99" y="539"/>
                    </a:cubicBezTo>
                    <a:cubicBezTo>
                      <a:pt x="76" y="502"/>
                      <a:pt x="74" y="453"/>
                      <a:pt x="74" y="418"/>
                    </a:cubicBezTo>
                    <a:cubicBezTo>
                      <a:pt x="74" y="386"/>
                      <a:pt x="74" y="334"/>
                      <a:pt x="99" y="294"/>
                    </a:cubicBezTo>
                    <a:cubicBezTo>
                      <a:pt x="119" y="267"/>
                      <a:pt x="151" y="240"/>
                      <a:pt x="198" y="240"/>
                    </a:cubicBezTo>
                    <a:cubicBezTo>
                      <a:pt x="228" y="240"/>
                      <a:pt x="265" y="252"/>
                      <a:pt x="292" y="292"/>
                    </a:cubicBezTo>
                    <a:cubicBezTo>
                      <a:pt x="302" y="307"/>
                      <a:pt x="302" y="307"/>
                      <a:pt x="302" y="324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1" name="CustomShape 21"/>
              <p:cNvSpPr/>
              <p:nvPr/>
            </p:nvSpPr>
            <p:spPr>
              <a:xfrm>
                <a:off x="9513000" y="3137400"/>
                <a:ext cx="71280" cy="311760"/>
              </a:xfrm>
              <a:custGeom>
                <a:avLst/>
                <a:gdLst/>
                <a:ahLst/>
                <a:rect l="l" t="t" r="r" b="b"/>
                <a:pathLst>
                  <a:path w="202" h="870">
                    <a:moveTo>
                      <a:pt x="201" y="433"/>
                    </a:moveTo>
                    <a:cubicBezTo>
                      <a:pt x="201" y="366"/>
                      <a:pt x="191" y="260"/>
                      <a:pt x="144" y="163"/>
                    </a:cubicBezTo>
                    <a:cubicBezTo>
                      <a:pt x="92" y="57"/>
                      <a:pt x="17" y="0"/>
                      <a:pt x="7" y="0"/>
                    </a:cubicBezTo>
                    <a:cubicBezTo>
                      <a:pt x="2" y="0"/>
                      <a:pt x="0" y="2"/>
                      <a:pt x="0" y="7"/>
                    </a:cubicBezTo>
                    <a:cubicBezTo>
                      <a:pt x="0" y="10"/>
                      <a:pt x="0" y="12"/>
                      <a:pt x="15" y="27"/>
                    </a:cubicBezTo>
                    <a:cubicBezTo>
                      <a:pt x="102" y="114"/>
                      <a:pt x="151" y="252"/>
                      <a:pt x="151" y="433"/>
                    </a:cubicBezTo>
                    <a:cubicBezTo>
                      <a:pt x="151" y="581"/>
                      <a:pt x="119" y="735"/>
                      <a:pt x="10" y="844"/>
                    </a:cubicBezTo>
                    <a:cubicBezTo>
                      <a:pt x="0" y="854"/>
                      <a:pt x="0" y="856"/>
                      <a:pt x="0" y="859"/>
                    </a:cubicBezTo>
                    <a:cubicBezTo>
                      <a:pt x="0" y="864"/>
                      <a:pt x="2" y="869"/>
                      <a:pt x="7" y="869"/>
                    </a:cubicBezTo>
                    <a:cubicBezTo>
                      <a:pt x="17" y="869"/>
                      <a:pt x="94" y="809"/>
                      <a:pt x="146" y="698"/>
                    </a:cubicBezTo>
                    <a:cubicBezTo>
                      <a:pt x="191" y="604"/>
                      <a:pt x="201" y="507"/>
                      <a:pt x="201" y="43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2" name="CustomShape 22"/>
              <p:cNvSpPr/>
              <p:nvPr/>
            </p:nvSpPr>
            <p:spPr>
              <a:xfrm>
                <a:off x="9721800" y="3256560"/>
                <a:ext cx="206640" cy="72000"/>
              </a:xfrm>
              <a:custGeom>
                <a:avLst/>
                <a:gdLst/>
                <a:ahLst/>
                <a:rect l="l" t="t" r="r" b="b"/>
                <a:pathLst>
                  <a:path w="578" h="204">
                    <a:moveTo>
                      <a:pt x="547" y="35"/>
                    </a:moveTo>
                    <a:cubicBezTo>
                      <a:pt x="562" y="35"/>
                      <a:pt x="577" y="35"/>
                      <a:pt x="577" y="18"/>
                    </a:cubicBezTo>
                    <a:cubicBezTo>
                      <a:pt x="577" y="0"/>
                      <a:pt x="562" y="0"/>
                      <a:pt x="550" y="0"/>
                    </a:cubicBezTo>
                    <a:cubicBezTo>
                      <a:pt x="376" y="0"/>
                      <a:pt x="201" y="0"/>
                      <a:pt x="27" y="0"/>
                    </a:cubicBezTo>
                    <a:cubicBezTo>
                      <a:pt x="15" y="0"/>
                      <a:pt x="0" y="0"/>
                      <a:pt x="0" y="18"/>
                    </a:cubicBezTo>
                    <a:cubicBezTo>
                      <a:pt x="0" y="35"/>
                      <a:pt x="15" y="35"/>
                      <a:pt x="27" y="35"/>
                    </a:cubicBezTo>
                    <a:cubicBezTo>
                      <a:pt x="200" y="35"/>
                      <a:pt x="374" y="35"/>
                      <a:pt x="547" y="35"/>
                    </a:cubicBezTo>
                    <a:moveTo>
                      <a:pt x="550" y="203"/>
                    </a:moveTo>
                    <a:cubicBezTo>
                      <a:pt x="562" y="203"/>
                      <a:pt x="577" y="203"/>
                      <a:pt x="577" y="186"/>
                    </a:cubicBezTo>
                    <a:cubicBezTo>
                      <a:pt x="577" y="169"/>
                      <a:pt x="562" y="169"/>
                      <a:pt x="547" y="169"/>
                    </a:cubicBezTo>
                    <a:cubicBezTo>
                      <a:pt x="374" y="169"/>
                      <a:pt x="200" y="169"/>
                      <a:pt x="27" y="169"/>
                    </a:cubicBezTo>
                    <a:cubicBezTo>
                      <a:pt x="15" y="169"/>
                      <a:pt x="0" y="169"/>
                      <a:pt x="0" y="186"/>
                    </a:cubicBezTo>
                    <a:cubicBezTo>
                      <a:pt x="0" y="203"/>
                      <a:pt x="15" y="203"/>
                      <a:pt x="27" y="203"/>
                    </a:cubicBezTo>
                    <a:cubicBezTo>
                      <a:pt x="201" y="203"/>
                      <a:pt x="376" y="203"/>
                      <a:pt x="550" y="2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3" name="CustomShape 23"/>
              <p:cNvSpPr/>
              <p:nvPr/>
            </p:nvSpPr>
            <p:spPr>
              <a:xfrm>
                <a:off x="10895400" y="2952000"/>
                <a:ext cx="102600" cy="207360"/>
              </a:xfrm>
              <a:custGeom>
                <a:avLst/>
                <a:gdLst/>
                <a:ahLst/>
                <a:rect l="l" t="t" r="r" b="b"/>
                <a:pathLst>
                  <a:path w="289" h="580">
                    <a:moveTo>
                      <a:pt x="179" y="22"/>
                    </a:moveTo>
                    <a:cubicBezTo>
                      <a:pt x="179" y="2"/>
                      <a:pt x="179" y="0"/>
                      <a:pt x="159" y="0"/>
                    </a:cubicBezTo>
                    <a:cubicBezTo>
                      <a:pt x="104" y="54"/>
                      <a:pt x="27" y="54"/>
                      <a:pt x="0" y="54"/>
                    </a:cubicBezTo>
                    <a:cubicBezTo>
                      <a:pt x="0" y="64"/>
                      <a:pt x="0" y="73"/>
                      <a:pt x="0" y="82"/>
                    </a:cubicBezTo>
                    <a:cubicBezTo>
                      <a:pt x="18" y="82"/>
                      <a:pt x="70" y="82"/>
                      <a:pt x="114" y="59"/>
                    </a:cubicBezTo>
                    <a:cubicBezTo>
                      <a:pt x="114" y="210"/>
                      <a:pt x="114" y="360"/>
                      <a:pt x="114" y="510"/>
                    </a:cubicBezTo>
                    <a:cubicBezTo>
                      <a:pt x="114" y="542"/>
                      <a:pt x="112" y="552"/>
                      <a:pt x="32" y="552"/>
                    </a:cubicBezTo>
                    <a:cubicBezTo>
                      <a:pt x="23" y="552"/>
                      <a:pt x="14" y="552"/>
                      <a:pt x="5" y="552"/>
                    </a:cubicBezTo>
                    <a:cubicBezTo>
                      <a:pt x="5" y="561"/>
                      <a:pt x="5" y="570"/>
                      <a:pt x="5" y="579"/>
                    </a:cubicBezTo>
                    <a:cubicBezTo>
                      <a:pt x="35" y="577"/>
                      <a:pt x="112" y="577"/>
                      <a:pt x="146" y="577"/>
                    </a:cubicBezTo>
                    <a:cubicBezTo>
                      <a:pt x="181" y="577"/>
                      <a:pt x="258" y="577"/>
                      <a:pt x="288" y="579"/>
                    </a:cubicBezTo>
                    <a:cubicBezTo>
                      <a:pt x="288" y="570"/>
                      <a:pt x="288" y="561"/>
                      <a:pt x="288" y="552"/>
                    </a:cubicBezTo>
                    <a:cubicBezTo>
                      <a:pt x="279" y="552"/>
                      <a:pt x="269" y="552"/>
                      <a:pt x="260" y="552"/>
                    </a:cubicBezTo>
                    <a:cubicBezTo>
                      <a:pt x="181" y="552"/>
                      <a:pt x="179" y="542"/>
                      <a:pt x="179" y="510"/>
                    </a:cubicBezTo>
                    <a:cubicBezTo>
                      <a:pt x="179" y="347"/>
                      <a:pt x="179" y="185"/>
                      <a:pt x="179" y="2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4" name="CustomShape 24"/>
              <p:cNvSpPr/>
              <p:nvPr/>
            </p:nvSpPr>
            <p:spPr>
              <a:xfrm>
                <a:off x="10072080" y="3287160"/>
                <a:ext cx="1746360" cy="11160"/>
              </a:xfrm>
              <a:custGeom>
                <a:avLst/>
                <a:gdLst/>
                <a:ahLst/>
                <a:rect l="l" t="t" r="r" b="b"/>
                <a:pathLst>
                  <a:path w="4855" h="35">
                    <a:moveTo>
                      <a:pt x="0" y="0"/>
                    </a:moveTo>
                    <a:cubicBezTo>
                      <a:pt x="1618" y="0"/>
                      <a:pt x="3236" y="0"/>
                      <a:pt x="4854" y="0"/>
                    </a:cubicBezTo>
                    <a:cubicBezTo>
                      <a:pt x="4854" y="11"/>
                      <a:pt x="4854" y="23"/>
                      <a:pt x="4854" y="34"/>
                    </a:cubicBezTo>
                    <a:cubicBezTo>
                      <a:pt x="3236" y="34"/>
                      <a:pt x="1618" y="34"/>
                      <a:pt x="0" y="34"/>
                    </a:cubicBezTo>
                    <a:cubicBezTo>
                      <a:pt x="0" y="23"/>
                      <a:pt x="0" y="11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5" name="CustomShape 25"/>
              <p:cNvSpPr/>
              <p:nvPr/>
            </p:nvSpPr>
            <p:spPr>
              <a:xfrm>
                <a:off x="10099800" y="3383280"/>
                <a:ext cx="102600" cy="207360"/>
              </a:xfrm>
              <a:custGeom>
                <a:avLst/>
                <a:gdLst/>
                <a:ahLst/>
                <a:rect l="l" t="t" r="r" b="b"/>
                <a:pathLst>
                  <a:path w="289" h="580">
                    <a:moveTo>
                      <a:pt x="179" y="22"/>
                    </a:moveTo>
                    <a:cubicBezTo>
                      <a:pt x="179" y="2"/>
                      <a:pt x="179" y="0"/>
                      <a:pt x="159" y="0"/>
                    </a:cubicBezTo>
                    <a:cubicBezTo>
                      <a:pt x="104" y="57"/>
                      <a:pt x="28" y="57"/>
                      <a:pt x="0" y="57"/>
                    </a:cubicBezTo>
                    <a:cubicBezTo>
                      <a:pt x="0" y="66"/>
                      <a:pt x="0" y="75"/>
                      <a:pt x="0" y="84"/>
                    </a:cubicBezTo>
                    <a:cubicBezTo>
                      <a:pt x="18" y="84"/>
                      <a:pt x="70" y="84"/>
                      <a:pt x="114" y="59"/>
                    </a:cubicBezTo>
                    <a:cubicBezTo>
                      <a:pt x="114" y="209"/>
                      <a:pt x="114" y="360"/>
                      <a:pt x="114" y="510"/>
                    </a:cubicBezTo>
                    <a:cubicBezTo>
                      <a:pt x="114" y="542"/>
                      <a:pt x="112" y="552"/>
                      <a:pt x="35" y="552"/>
                    </a:cubicBezTo>
                    <a:cubicBezTo>
                      <a:pt x="25" y="552"/>
                      <a:pt x="15" y="552"/>
                      <a:pt x="5" y="552"/>
                    </a:cubicBezTo>
                    <a:cubicBezTo>
                      <a:pt x="5" y="561"/>
                      <a:pt x="5" y="570"/>
                      <a:pt x="5" y="579"/>
                    </a:cubicBezTo>
                    <a:cubicBezTo>
                      <a:pt x="37" y="577"/>
                      <a:pt x="112" y="577"/>
                      <a:pt x="146" y="577"/>
                    </a:cubicBezTo>
                    <a:cubicBezTo>
                      <a:pt x="181" y="577"/>
                      <a:pt x="258" y="577"/>
                      <a:pt x="288" y="579"/>
                    </a:cubicBezTo>
                    <a:cubicBezTo>
                      <a:pt x="288" y="570"/>
                      <a:pt x="288" y="561"/>
                      <a:pt x="288" y="552"/>
                    </a:cubicBezTo>
                    <a:cubicBezTo>
                      <a:pt x="279" y="552"/>
                      <a:pt x="269" y="552"/>
                      <a:pt x="260" y="552"/>
                    </a:cubicBezTo>
                    <a:cubicBezTo>
                      <a:pt x="181" y="552"/>
                      <a:pt x="179" y="542"/>
                      <a:pt x="179" y="510"/>
                    </a:cubicBezTo>
                    <a:cubicBezTo>
                      <a:pt x="179" y="347"/>
                      <a:pt x="179" y="185"/>
                      <a:pt x="179" y="2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6" name="CustomShape 26"/>
              <p:cNvSpPr/>
              <p:nvPr/>
            </p:nvSpPr>
            <p:spPr>
              <a:xfrm>
                <a:off x="10315800" y="3409200"/>
                <a:ext cx="207720" cy="207360"/>
              </a:xfrm>
              <a:custGeom>
                <a:avLst/>
                <a:gdLst/>
                <a:ahLst/>
                <a:rect l="l" t="t" r="r" b="b"/>
                <a:pathLst>
                  <a:path w="581" h="580">
                    <a:moveTo>
                      <a:pt x="307" y="307"/>
                    </a:moveTo>
                    <a:cubicBezTo>
                      <a:pt x="388" y="307"/>
                      <a:pt x="469" y="307"/>
                      <a:pt x="550" y="307"/>
                    </a:cubicBezTo>
                    <a:cubicBezTo>
                      <a:pt x="562" y="307"/>
                      <a:pt x="580" y="307"/>
                      <a:pt x="580" y="289"/>
                    </a:cubicBezTo>
                    <a:cubicBezTo>
                      <a:pt x="580" y="272"/>
                      <a:pt x="562" y="272"/>
                      <a:pt x="550" y="272"/>
                    </a:cubicBezTo>
                    <a:cubicBezTo>
                      <a:pt x="469" y="272"/>
                      <a:pt x="388" y="272"/>
                      <a:pt x="307" y="272"/>
                    </a:cubicBezTo>
                    <a:cubicBezTo>
                      <a:pt x="307" y="191"/>
                      <a:pt x="307" y="110"/>
                      <a:pt x="307" y="29"/>
                    </a:cubicBezTo>
                    <a:cubicBezTo>
                      <a:pt x="307" y="17"/>
                      <a:pt x="307" y="0"/>
                      <a:pt x="290" y="0"/>
                    </a:cubicBezTo>
                    <a:cubicBezTo>
                      <a:pt x="272" y="0"/>
                      <a:pt x="272" y="17"/>
                      <a:pt x="272" y="29"/>
                    </a:cubicBezTo>
                    <a:cubicBezTo>
                      <a:pt x="272" y="110"/>
                      <a:pt x="272" y="191"/>
                      <a:pt x="272" y="272"/>
                    </a:cubicBezTo>
                    <a:cubicBezTo>
                      <a:pt x="191" y="272"/>
                      <a:pt x="110" y="272"/>
                      <a:pt x="30" y="272"/>
                    </a:cubicBezTo>
                    <a:cubicBezTo>
                      <a:pt x="17" y="272"/>
                      <a:pt x="0" y="272"/>
                      <a:pt x="0" y="289"/>
                    </a:cubicBezTo>
                    <a:cubicBezTo>
                      <a:pt x="0" y="307"/>
                      <a:pt x="17" y="307"/>
                      <a:pt x="30" y="307"/>
                    </a:cubicBezTo>
                    <a:cubicBezTo>
                      <a:pt x="110" y="307"/>
                      <a:pt x="191" y="307"/>
                      <a:pt x="272" y="307"/>
                    </a:cubicBezTo>
                    <a:cubicBezTo>
                      <a:pt x="272" y="387"/>
                      <a:pt x="272" y="468"/>
                      <a:pt x="272" y="549"/>
                    </a:cubicBezTo>
                    <a:cubicBezTo>
                      <a:pt x="272" y="561"/>
                      <a:pt x="272" y="579"/>
                      <a:pt x="290" y="579"/>
                    </a:cubicBezTo>
                    <a:cubicBezTo>
                      <a:pt x="307" y="579"/>
                      <a:pt x="307" y="561"/>
                      <a:pt x="307" y="549"/>
                    </a:cubicBezTo>
                    <a:cubicBezTo>
                      <a:pt x="307" y="468"/>
                      <a:pt x="307" y="387"/>
                      <a:pt x="307" y="307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7" name="CustomShape 27"/>
              <p:cNvSpPr/>
              <p:nvPr/>
            </p:nvSpPr>
            <p:spPr>
              <a:xfrm>
                <a:off x="10626120" y="3453480"/>
                <a:ext cx="119160" cy="140760"/>
              </a:xfrm>
              <a:custGeom>
                <a:avLst/>
                <a:gdLst/>
                <a:ahLst/>
                <a:rect l="l" t="t" r="r" b="b"/>
                <a:pathLst>
                  <a:path w="335" h="395">
                    <a:moveTo>
                      <a:pt x="124" y="184"/>
                    </a:moveTo>
                    <a:cubicBezTo>
                      <a:pt x="149" y="184"/>
                      <a:pt x="213" y="181"/>
                      <a:pt x="258" y="164"/>
                    </a:cubicBezTo>
                    <a:cubicBezTo>
                      <a:pt x="317" y="137"/>
                      <a:pt x="322" y="87"/>
                      <a:pt x="322" y="75"/>
                    </a:cubicBezTo>
                    <a:cubicBezTo>
                      <a:pt x="322" y="35"/>
                      <a:pt x="290" y="0"/>
                      <a:pt x="228" y="0"/>
                    </a:cubicBezTo>
                    <a:cubicBezTo>
                      <a:pt x="131" y="0"/>
                      <a:pt x="0" y="85"/>
                      <a:pt x="0" y="236"/>
                    </a:cubicBezTo>
                    <a:cubicBezTo>
                      <a:pt x="0" y="325"/>
                      <a:pt x="52" y="394"/>
                      <a:pt x="136" y="394"/>
                    </a:cubicBezTo>
                    <a:cubicBezTo>
                      <a:pt x="263" y="394"/>
                      <a:pt x="334" y="302"/>
                      <a:pt x="334" y="290"/>
                    </a:cubicBezTo>
                    <a:cubicBezTo>
                      <a:pt x="334" y="285"/>
                      <a:pt x="330" y="280"/>
                      <a:pt x="325" y="280"/>
                    </a:cubicBezTo>
                    <a:cubicBezTo>
                      <a:pt x="320" y="280"/>
                      <a:pt x="317" y="280"/>
                      <a:pt x="312" y="288"/>
                    </a:cubicBezTo>
                    <a:cubicBezTo>
                      <a:pt x="245" y="374"/>
                      <a:pt x="149" y="374"/>
                      <a:pt x="139" y="374"/>
                    </a:cubicBezTo>
                    <a:cubicBezTo>
                      <a:pt x="72" y="374"/>
                      <a:pt x="62" y="302"/>
                      <a:pt x="62" y="273"/>
                    </a:cubicBezTo>
                    <a:cubicBezTo>
                      <a:pt x="62" y="263"/>
                      <a:pt x="64" y="236"/>
                      <a:pt x="77" y="184"/>
                    </a:cubicBezTo>
                    <a:cubicBezTo>
                      <a:pt x="93" y="184"/>
                      <a:pt x="108" y="184"/>
                      <a:pt x="124" y="184"/>
                    </a:cubicBezTo>
                    <a:moveTo>
                      <a:pt x="82" y="164"/>
                    </a:moveTo>
                    <a:cubicBezTo>
                      <a:pt x="116" y="33"/>
                      <a:pt x="206" y="20"/>
                      <a:pt x="228" y="20"/>
                    </a:cubicBezTo>
                    <a:cubicBezTo>
                      <a:pt x="270" y="20"/>
                      <a:pt x="292" y="45"/>
                      <a:pt x="292" y="75"/>
                    </a:cubicBezTo>
                    <a:cubicBezTo>
                      <a:pt x="292" y="164"/>
                      <a:pt x="154" y="164"/>
                      <a:pt x="119" y="164"/>
                    </a:cubicBezTo>
                    <a:cubicBezTo>
                      <a:pt x="107" y="164"/>
                      <a:pt x="94" y="164"/>
                      <a:pt x="82" y="164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8" name="CustomShape 28"/>
              <p:cNvSpPr/>
              <p:nvPr/>
            </p:nvSpPr>
            <p:spPr>
              <a:xfrm>
                <a:off x="10781280" y="3441240"/>
                <a:ext cx="146880" cy="9360"/>
              </a:xfrm>
              <a:custGeom>
                <a:avLst/>
                <a:gdLst/>
                <a:ahLst/>
                <a:rect l="l" t="t" r="r" b="b"/>
                <a:pathLst>
                  <a:path w="412" h="30">
                    <a:moveTo>
                      <a:pt x="389" y="29"/>
                    </a:moveTo>
                    <a:cubicBezTo>
                      <a:pt x="399" y="29"/>
                      <a:pt x="411" y="29"/>
                      <a:pt x="411" y="15"/>
                    </a:cubicBezTo>
                    <a:cubicBezTo>
                      <a:pt x="411" y="0"/>
                      <a:pt x="399" y="0"/>
                      <a:pt x="389" y="0"/>
                    </a:cubicBezTo>
                    <a:cubicBezTo>
                      <a:pt x="268" y="0"/>
                      <a:pt x="146" y="0"/>
                      <a:pt x="25" y="0"/>
                    </a:cubicBezTo>
                    <a:cubicBezTo>
                      <a:pt x="15" y="0"/>
                      <a:pt x="0" y="0"/>
                      <a:pt x="0" y="15"/>
                    </a:cubicBezTo>
                    <a:cubicBezTo>
                      <a:pt x="0" y="29"/>
                      <a:pt x="15" y="29"/>
                      <a:pt x="25" y="29"/>
                    </a:cubicBezTo>
                    <a:cubicBezTo>
                      <a:pt x="146" y="29"/>
                      <a:pt x="268" y="29"/>
                      <a:pt x="389" y="2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9" name="CustomShape 29"/>
              <p:cNvSpPr/>
              <p:nvPr/>
            </p:nvSpPr>
            <p:spPr>
              <a:xfrm>
                <a:off x="10964160" y="3346560"/>
                <a:ext cx="127440" cy="195840"/>
              </a:xfrm>
              <a:custGeom>
                <a:avLst/>
                <a:gdLst/>
                <a:ahLst/>
                <a:rect l="l" t="t" r="r" b="b"/>
                <a:pathLst>
                  <a:path w="358" h="548">
                    <a:moveTo>
                      <a:pt x="357" y="87"/>
                    </a:moveTo>
                    <a:cubicBezTo>
                      <a:pt x="357" y="33"/>
                      <a:pt x="310" y="0"/>
                      <a:pt x="258" y="0"/>
                    </a:cubicBezTo>
                    <a:cubicBezTo>
                      <a:pt x="173" y="0"/>
                      <a:pt x="112" y="97"/>
                      <a:pt x="97" y="159"/>
                    </a:cubicBezTo>
                    <a:cubicBezTo>
                      <a:pt x="64" y="286"/>
                      <a:pt x="32" y="413"/>
                      <a:pt x="0" y="540"/>
                    </a:cubicBezTo>
                    <a:cubicBezTo>
                      <a:pt x="0" y="545"/>
                      <a:pt x="5" y="547"/>
                      <a:pt x="10" y="547"/>
                    </a:cubicBezTo>
                    <a:cubicBezTo>
                      <a:pt x="15" y="547"/>
                      <a:pt x="20" y="547"/>
                      <a:pt x="20" y="542"/>
                    </a:cubicBezTo>
                    <a:cubicBezTo>
                      <a:pt x="34" y="489"/>
                      <a:pt x="48" y="435"/>
                      <a:pt x="62" y="382"/>
                    </a:cubicBezTo>
                    <a:cubicBezTo>
                      <a:pt x="74" y="409"/>
                      <a:pt x="104" y="436"/>
                      <a:pt x="154" y="436"/>
                    </a:cubicBezTo>
                    <a:cubicBezTo>
                      <a:pt x="238" y="436"/>
                      <a:pt x="334" y="374"/>
                      <a:pt x="334" y="280"/>
                    </a:cubicBezTo>
                    <a:cubicBezTo>
                      <a:pt x="334" y="245"/>
                      <a:pt x="317" y="208"/>
                      <a:pt x="287" y="189"/>
                    </a:cubicBezTo>
                    <a:cubicBezTo>
                      <a:pt x="317" y="169"/>
                      <a:pt x="357" y="134"/>
                      <a:pt x="357" y="87"/>
                    </a:cubicBezTo>
                    <a:moveTo>
                      <a:pt x="235" y="189"/>
                    </a:moveTo>
                    <a:cubicBezTo>
                      <a:pt x="228" y="191"/>
                      <a:pt x="223" y="193"/>
                      <a:pt x="206" y="193"/>
                    </a:cubicBezTo>
                    <a:cubicBezTo>
                      <a:pt x="196" y="193"/>
                      <a:pt x="181" y="191"/>
                      <a:pt x="176" y="189"/>
                    </a:cubicBezTo>
                    <a:cubicBezTo>
                      <a:pt x="183" y="186"/>
                      <a:pt x="198" y="186"/>
                      <a:pt x="206" y="186"/>
                    </a:cubicBezTo>
                    <a:cubicBezTo>
                      <a:pt x="213" y="186"/>
                      <a:pt x="228" y="186"/>
                      <a:pt x="235" y="189"/>
                    </a:cubicBezTo>
                    <a:moveTo>
                      <a:pt x="317" y="75"/>
                    </a:moveTo>
                    <a:cubicBezTo>
                      <a:pt x="317" y="107"/>
                      <a:pt x="300" y="154"/>
                      <a:pt x="263" y="176"/>
                    </a:cubicBezTo>
                    <a:cubicBezTo>
                      <a:pt x="250" y="171"/>
                      <a:pt x="240" y="169"/>
                      <a:pt x="206" y="169"/>
                    </a:cubicBezTo>
                    <a:cubicBezTo>
                      <a:pt x="183" y="169"/>
                      <a:pt x="154" y="169"/>
                      <a:pt x="154" y="191"/>
                    </a:cubicBezTo>
                    <a:cubicBezTo>
                      <a:pt x="154" y="206"/>
                      <a:pt x="173" y="208"/>
                      <a:pt x="203" y="208"/>
                    </a:cubicBezTo>
                    <a:cubicBezTo>
                      <a:pt x="225" y="208"/>
                      <a:pt x="243" y="206"/>
                      <a:pt x="263" y="201"/>
                    </a:cubicBezTo>
                    <a:cubicBezTo>
                      <a:pt x="280" y="213"/>
                      <a:pt x="290" y="238"/>
                      <a:pt x="290" y="265"/>
                    </a:cubicBezTo>
                    <a:cubicBezTo>
                      <a:pt x="290" y="352"/>
                      <a:pt x="230" y="419"/>
                      <a:pt x="156" y="419"/>
                    </a:cubicBezTo>
                    <a:cubicBezTo>
                      <a:pt x="109" y="419"/>
                      <a:pt x="74" y="389"/>
                      <a:pt x="74" y="342"/>
                    </a:cubicBezTo>
                    <a:cubicBezTo>
                      <a:pt x="74" y="335"/>
                      <a:pt x="74" y="330"/>
                      <a:pt x="77" y="325"/>
                    </a:cubicBezTo>
                    <a:cubicBezTo>
                      <a:pt x="90" y="270"/>
                      <a:pt x="103" y="216"/>
                      <a:pt x="116" y="161"/>
                    </a:cubicBezTo>
                    <a:cubicBezTo>
                      <a:pt x="131" y="104"/>
                      <a:pt x="186" y="18"/>
                      <a:pt x="255" y="18"/>
                    </a:cubicBezTo>
                    <a:cubicBezTo>
                      <a:pt x="292" y="18"/>
                      <a:pt x="317" y="38"/>
                      <a:pt x="317" y="75"/>
                    </a:cubicBezTo>
                    <a:close/>
                  </a:path>
                </a:pathLst>
              </a:custGeom>
              <a:solidFill>
                <a:srgbClr val="000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60" name="CustomShape 30"/>
              <p:cNvSpPr/>
              <p:nvPr/>
            </p:nvSpPr>
            <p:spPr>
              <a:xfrm>
                <a:off x="11131920" y="3336840"/>
                <a:ext cx="55800" cy="218160"/>
              </a:xfrm>
              <a:custGeom>
                <a:avLst/>
                <a:gdLst/>
                <a:ahLst/>
                <a:rect l="l" t="t" r="r" b="b"/>
                <a:pathLst>
                  <a:path w="159" h="610">
                    <a:moveTo>
                      <a:pt x="148" y="0"/>
                    </a:moveTo>
                    <a:cubicBezTo>
                      <a:pt x="32" y="82"/>
                      <a:pt x="0" y="211"/>
                      <a:pt x="0" y="305"/>
                    </a:cubicBezTo>
                    <a:cubicBezTo>
                      <a:pt x="0" y="391"/>
                      <a:pt x="27" y="522"/>
                      <a:pt x="148" y="609"/>
                    </a:cubicBezTo>
                    <a:cubicBezTo>
                      <a:pt x="151" y="609"/>
                      <a:pt x="158" y="609"/>
                      <a:pt x="158" y="602"/>
                    </a:cubicBezTo>
                    <a:cubicBezTo>
                      <a:pt x="158" y="597"/>
                      <a:pt x="158" y="597"/>
                      <a:pt x="153" y="592"/>
                    </a:cubicBezTo>
                    <a:cubicBezTo>
                      <a:pt x="72" y="520"/>
                      <a:pt x="42" y="416"/>
                      <a:pt x="42" y="305"/>
                    </a:cubicBezTo>
                    <a:cubicBezTo>
                      <a:pt x="42" y="141"/>
                      <a:pt x="106" y="60"/>
                      <a:pt x="156" y="15"/>
                    </a:cubicBezTo>
                    <a:cubicBezTo>
                      <a:pt x="158" y="13"/>
                      <a:pt x="158" y="13"/>
                      <a:pt x="158" y="8"/>
                    </a:cubicBezTo>
                    <a:cubicBezTo>
                      <a:pt x="158" y="0"/>
                      <a:pt x="151" y="0"/>
                      <a:pt x="14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61" name="CustomShape 31"/>
              <p:cNvSpPr/>
              <p:nvPr/>
            </p:nvSpPr>
            <p:spPr>
              <a:xfrm>
                <a:off x="11215800" y="3404520"/>
                <a:ext cx="115560" cy="97920"/>
              </a:xfrm>
              <a:custGeom>
                <a:avLst/>
                <a:gdLst/>
                <a:ahLst/>
                <a:rect l="l" t="t" r="r" b="b"/>
                <a:pathLst>
                  <a:path w="325" h="276">
                    <a:moveTo>
                      <a:pt x="121" y="206"/>
                    </a:moveTo>
                    <a:cubicBezTo>
                      <a:pt x="116" y="226"/>
                      <a:pt x="96" y="258"/>
                      <a:pt x="64" y="258"/>
                    </a:cubicBezTo>
                    <a:cubicBezTo>
                      <a:pt x="62" y="258"/>
                      <a:pt x="44" y="258"/>
                      <a:pt x="32" y="250"/>
                    </a:cubicBezTo>
                    <a:cubicBezTo>
                      <a:pt x="57" y="240"/>
                      <a:pt x="59" y="221"/>
                      <a:pt x="59" y="216"/>
                    </a:cubicBezTo>
                    <a:cubicBezTo>
                      <a:pt x="59" y="203"/>
                      <a:pt x="49" y="193"/>
                      <a:pt x="34" y="193"/>
                    </a:cubicBezTo>
                    <a:cubicBezTo>
                      <a:pt x="17" y="193"/>
                      <a:pt x="0" y="208"/>
                      <a:pt x="0" y="230"/>
                    </a:cubicBezTo>
                    <a:cubicBezTo>
                      <a:pt x="0" y="260"/>
                      <a:pt x="34" y="275"/>
                      <a:pt x="64" y="275"/>
                    </a:cubicBezTo>
                    <a:cubicBezTo>
                      <a:pt x="91" y="275"/>
                      <a:pt x="116" y="258"/>
                      <a:pt x="131" y="233"/>
                    </a:cubicBezTo>
                    <a:cubicBezTo>
                      <a:pt x="146" y="265"/>
                      <a:pt x="181" y="275"/>
                      <a:pt x="203" y="275"/>
                    </a:cubicBezTo>
                    <a:cubicBezTo>
                      <a:pt x="275" y="275"/>
                      <a:pt x="312" y="198"/>
                      <a:pt x="312" y="181"/>
                    </a:cubicBezTo>
                    <a:cubicBezTo>
                      <a:pt x="312" y="174"/>
                      <a:pt x="304" y="174"/>
                      <a:pt x="302" y="174"/>
                    </a:cubicBezTo>
                    <a:cubicBezTo>
                      <a:pt x="292" y="174"/>
                      <a:pt x="292" y="176"/>
                      <a:pt x="290" y="183"/>
                    </a:cubicBezTo>
                    <a:cubicBezTo>
                      <a:pt x="277" y="226"/>
                      <a:pt x="240" y="258"/>
                      <a:pt x="205" y="258"/>
                    </a:cubicBezTo>
                    <a:cubicBezTo>
                      <a:pt x="183" y="258"/>
                      <a:pt x="168" y="240"/>
                      <a:pt x="168" y="218"/>
                    </a:cubicBezTo>
                    <a:cubicBezTo>
                      <a:pt x="168" y="203"/>
                      <a:pt x="183" y="146"/>
                      <a:pt x="200" y="79"/>
                    </a:cubicBezTo>
                    <a:cubicBezTo>
                      <a:pt x="213" y="32"/>
                      <a:pt x="240" y="18"/>
                      <a:pt x="260" y="18"/>
                    </a:cubicBezTo>
                    <a:cubicBezTo>
                      <a:pt x="262" y="18"/>
                      <a:pt x="280" y="18"/>
                      <a:pt x="295" y="28"/>
                    </a:cubicBezTo>
                    <a:cubicBezTo>
                      <a:pt x="275" y="32"/>
                      <a:pt x="267" y="50"/>
                      <a:pt x="267" y="60"/>
                    </a:cubicBezTo>
                    <a:cubicBezTo>
                      <a:pt x="267" y="72"/>
                      <a:pt x="278" y="82"/>
                      <a:pt x="292" y="82"/>
                    </a:cubicBezTo>
                    <a:cubicBezTo>
                      <a:pt x="306" y="82"/>
                      <a:pt x="324" y="70"/>
                      <a:pt x="324" y="45"/>
                    </a:cubicBezTo>
                    <a:cubicBezTo>
                      <a:pt x="324" y="10"/>
                      <a:pt x="287" y="0"/>
                      <a:pt x="262" y="0"/>
                    </a:cubicBezTo>
                    <a:cubicBezTo>
                      <a:pt x="233" y="0"/>
                      <a:pt x="208" y="20"/>
                      <a:pt x="193" y="45"/>
                    </a:cubicBezTo>
                    <a:cubicBezTo>
                      <a:pt x="183" y="20"/>
                      <a:pt x="156" y="0"/>
                      <a:pt x="121" y="0"/>
                    </a:cubicBezTo>
                    <a:cubicBezTo>
                      <a:pt x="52" y="0"/>
                      <a:pt x="12" y="75"/>
                      <a:pt x="12" y="94"/>
                    </a:cubicBezTo>
                    <a:cubicBezTo>
                      <a:pt x="12" y="102"/>
                      <a:pt x="22" y="102"/>
                      <a:pt x="24" y="102"/>
                    </a:cubicBezTo>
                    <a:cubicBezTo>
                      <a:pt x="32" y="102"/>
                      <a:pt x="32" y="99"/>
                      <a:pt x="34" y="92"/>
                    </a:cubicBezTo>
                    <a:cubicBezTo>
                      <a:pt x="49" y="45"/>
                      <a:pt x="89" y="18"/>
                      <a:pt x="119" y="18"/>
                    </a:cubicBezTo>
                    <a:cubicBezTo>
                      <a:pt x="138" y="18"/>
                      <a:pt x="156" y="30"/>
                      <a:pt x="156" y="57"/>
                    </a:cubicBezTo>
                    <a:cubicBezTo>
                      <a:pt x="156" y="70"/>
                      <a:pt x="148" y="102"/>
                      <a:pt x="143" y="122"/>
                    </a:cubicBezTo>
                    <a:cubicBezTo>
                      <a:pt x="136" y="150"/>
                      <a:pt x="129" y="178"/>
                      <a:pt x="121" y="206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62" name="CustomShape 32"/>
              <p:cNvSpPr/>
              <p:nvPr/>
            </p:nvSpPr>
            <p:spPr>
              <a:xfrm>
                <a:off x="11370960" y="3441240"/>
                <a:ext cx="146880" cy="9360"/>
              </a:xfrm>
              <a:custGeom>
                <a:avLst/>
                <a:gdLst/>
                <a:ahLst/>
                <a:rect l="l" t="t" r="r" b="b"/>
                <a:pathLst>
                  <a:path w="412" h="30">
                    <a:moveTo>
                      <a:pt x="386" y="29"/>
                    </a:moveTo>
                    <a:cubicBezTo>
                      <a:pt x="396" y="29"/>
                      <a:pt x="411" y="29"/>
                      <a:pt x="411" y="15"/>
                    </a:cubicBezTo>
                    <a:cubicBezTo>
                      <a:pt x="411" y="0"/>
                      <a:pt x="399" y="0"/>
                      <a:pt x="386" y="0"/>
                    </a:cubicBezTo>
                    <a:cubicBezTo>
                      <a:pt x="266" y="0"/>
                      <a:pt x="145" y="0"/>
                      <a:pt x="25" y="0"/>
                    </a:cubicBezTo>
                    <a:cubicBezTo>
                      <a:pt x="15" y="0"/>
                      <a:pt x="0" y="0"/>
                      <a:pt x="0" y="15"/>
                    </a:cubicBezTo>
                    <a:cubicBezTo>
                      <a:pt x="0" y="29"/>
                      <a:pt x="15" y="29"/>
                      <a:pt x="25" y="29"/>
                    </a:cubicBezTo>
                    <a:cubicBezTo>
                      <a:pt x="145" y="29"/>
                      <a:pt x="266" y="29"/>
                      <a:pt x="386" y="2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63" name="CustomShape 33"/>
              <p:cNvSpPr/>
              <p:nvPr/>
            </p:nvSpPr>
            <p:spPr>
              <a:xfrm>
                <a:off x="11556360" y="3404520"/>
                <a:ext cx="133560" cy="97920"/>
              </a:xfrm>
              <a:custGeom>
                <a:avLst/>
                <a:gdLst/>
                <a:ahLst/>
                <a:rect l="l" t="t" r="r" b="b"/>
                <a:pathLst>
                  <a:path w="375" h="276">
                    <a:moveTo>
                      <a:pt x="297" y="183"/>
                    </a:moveTo>
                    <a:cubicBezTo>
                      <a:pt x="352" y="127"/>
                      <a:pt x="374" y="45"/>
                      <a:pt x="374" y="37"/>
                    </a:cubicBezTo>
                    <a:cubicBezTo>
                      <a:pt x="374" y="30"/>
                      <a:pt x="367" y="30"/>
                      <a:pt x="364" y="30"/>
                    </a:cubicBezTo>
                    <a:cubicBezTo>
                      <a:pt x="357" y="30"/>
                      <a:pt x="357" y="32"/>
                      <a:pt x="352" y="45"/>
                    </a:cubicBezTo>
                    <a:cubicBezTo>
                      <a:pt x="340" y="84"/>
                      <a:pt x="320" y="122"/>
                      <a:pt x="295" y="156"/>
                    </a:cubicBezTo>
                    <a:cubicBezTo>
                      <a:pt x="295" y="146"/>
                      <a:pt x="292" y="104"/>
                      <a:pt x="292" y="99"/>
                    </a:cubicBezTo>
                    <a:cubicBezTo>
                      <a:pt x="283" y="40"/>
                      <a:pt x="238" y="0"/>
                      <a:pt x="176" y="0"/>
                    </a:cubicBezTo>
                    <a:cubicBezTo>
                      <a:pt x="87" y="0"/>
                      <a:pt x="0" y="84"/>
                      <a:pt x="0" y="169"/>
                    </a:cubicBezTo>
                    <a:cubicBezTo>
                      <a:pt x="0" y="226"/>
                      <a:pt x="42" y="275"/>
                      <a:pt x="112" y="275"/>
                    </a:cubicBezTo>
                    <a:cubicBezTo>
                      <a:pt x="169" y="275"/>
                      <a:pt x="218" y="250"/>
                      <a:pt x="253" y="223"/>
                    </a:cubicBezTo>
                    <a:cubicBezTo>
                      <a:pt x="268" y="268"/>
                      <a:pt x="297" y="275"/>
                      <a:pt x="317" y="275"/>
                    </a:cubicBezTo>
                    <a:cubicBezTo>
                      <a:pt x="352" y="275"/>
                      <a:pt x="374" y="245"/>
                      <a:pt x="374" y="233"/>
                    </a:cubicBezTo>
                    <a:cubicBezTo>
                      <a:pt x="374" y="226"/>
                      <a:pt x="367" y="226"/>
                      <a:pt x="364" y="226"/>
                    </a:cubicBezTo>
                    <a:cubicBezTo>
                      <a:pt x="354" y="226"/>
                      <a:pt x="354" y="228"/>
                      <a:pt x="352" y="230"/>
                    </a:cubicBezTo>
                    <a:cubicBezTo>
                      <a:pt x="344" y="255"/>
                      <a:pt x="325" y="258"/>
                      <a:pt x="317" y="258"/>
                    </a:cubicBezTo>
                    <a:cubicBezTo>
                      <a:pt x="310" y="258"/>
                      <a:pt x="300" y="258"/>
                      <a:pt x="297" y="183"/>
                    </a:cubicBezTo>
                    <a:moveTo>
                      <a:pt x="248" y="203"/>
                    </a:moveTo>
                    <a:cubicBezTo>
                      <a:pt x="188" y="253"/>
                      <a:pt x="136" y="258"/>
                      <a:pt x="114" y="258"/>
                    </a:cubicBezTo>
                    <a:cubicBezTo>
                      <a:pt x="74" y="258"/>
                      <a:pt x="52" y="230"/>
                      <a:pt x="52" y="191"/>
                    </a:cubicBezTo>
                    <a:cubicBezTo>
                      <a:pt x="52" y="174"/>
                      <a:pt x="60" y="107"/>
                      <a:pt x="92" y="65"/>
                    </a:cubicBezTo>
                    <a:cubicBezTo>
                      <a:pt x="119" y="28"/>
                      <a:pt x="154" y="18"/>
                      <a:pt x="176" y="18"/>
                    </a:cubicBezTo>
                    <a:cubicBezTo>
                      <a:pt x="223" y="18"/>
                      <a:pt x="238" y="65"/>
                      <a:pt x="243" y="102"/>
                    </a:cubicBezTo>
                    <a:cubicBezTo>
                      <a:pt x="248" y="129"/>
                      <a:pt x="245" y="171"/>
                      <a:pt x="248" y="203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64" name="CustomShape 34"/>
              <p:cNvSpPr/>
              <p:nvPr/>
            </p:nvSpPr>
            <p:spPr>
              <a:xfrm>
                <a:off x="11721240" y="3336840"/>
                <a:ext cx="56160" cy="218160"/>
              </a:xfrm>
              <a:custGeom>
                <a:avLst/>
                <a:gdLst/>
                <a:ahLst/>
                <a:rect l="l" t="t" r="r" b="b"/>
                <a:pathLst>
                  <a:path w="160" h="610">
                    <a:moveTo>
                      <a:pt x="13" y="0"/>
                    </a:moveTo>
                    <a:cubicBezTo>
                      <a:pt x="8" y="0"/>
                      <a:pt x="0" y="0"/>
                      <a:pt x="0" y="8"/>
                    </a:cubicBezTo>
                    <a:cubicBezTo>
                      <a:pt x="0" y="13"/>
                      <a:pt x="3" y="13"/>
                      <a:pt x="5" y="18"/>
                    </a:cubicBezTo>
                    <a:cubicBezTo>
                      <a:pt x="57" y="65"/>
                      <a:pt x="117" y="149"/>
                      <a:pt x="117" y="305"/>
                    </a:cubicBezTo>
                    <a:cubicBezTo>
                      <a:pt x="117" y="431"/>
                      <a:pt x="77" y="527"/>
                      <a:pt x="13" y="587"/>
                    </a:cubicBezTo>
                    <a:cubicBezTo>
                      <a:pt x="0" y="597"/>
                      <a:pt x="0" y="599"/>
                      <a:pt x="0" y="602"/>
                    </a:cubicBezTo>
                    <a:cubicBezTo>
                      <a:pt x="0" y="604"/>
                      <a:pt x="3" y="609"/>
                      <a:pt x="8" y="609"/>
                    </a:cubicBezTo>
                    <a:cubicBezTo>
                      <a:pt x="15" y="609"/>
                      <a:pt x="75" y="567"/>
                      <a:pt x="114" y="493"/>
                    </a:cubicBezTo>
                    <a:cubicBezTo>
                      <a:pt x="142" y="441"/>
                      <a:pt x="159" y="376"/>
                      <a:pt x="159" y="305"/>
                    </a:cubicBezTo>
                    <a:cubicBezTo>
                      <a:pt x="159" y="220"/>
                      <a:pt x="132" y="87"/>
                      <a:pt x="13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165" name="CustomShape 35"/>
          <p:cNvSpPr/>
          <p:nvPr/>
        </p:nvSpPr>
        <p:spPr>
          <a:xfrm>
            <a:off x="9288000" y="4338720"/>
            <a:ext cx="2302560" cy="177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en-GB" sz="2000" spc="-1" strike="noStrike">
                <a:solidFill>
                  <a:srgbClr val="000000"/>
                </a:solidFill>
                <a:latin typeface="CMU Classical Serif"/>
                <a:ea typeface="DejaVu Sans"/>
              </a:rPr>
              <a:t>x</a:t>
            </a:r>
            <a:r>
              <a:rPr b="0" lang="en-GB" sz="1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GB" sz="1000" spc="-1" strike="noStrike">
                <a:solidFill>
                  <a:srgbClr val="7c7c7c"/>
                </a:solidFill>
                <a:latin typeface="Arial"/>
                <a:ea typeface="DejaVu Sans"/>
              </a:rPr>
              <a:t> reward difference </a:t>
            </a:r>
            <a:br>
              <a:rPr sz="1800"/>
            </a:br>
            <a:r>
              <a:rPr b="0" lang="en-GB" sz="1000" spc="-1" strike="noStrike">
                <a:solidFill>
                  <a:srgbClr val="7c7c7c"/>
                </a:solidFill>
                <a:latin typeface="Arial"/>
                <a:ea typeface="DejaVu Sans"/>
              </a:rPr>
              <a:t>      (delayed minus immediate)</a:t>
            </a:r>
            <a:endParaRPr b="0" lang="en-GB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br>
              <a:rPr sz="1800"/>
            </a:br>
            <a:r>
              <a:rPr b="0" i="1" lang="en-GB" sz="2000" spc="-1" strike="noStrike">
                <a:solidFill>
                  <a:srgbClr val="ff0000"/>
                </a:solidFill>
                <a:latin typeface="Latin Modern Math"/>
                <a:ea typeface="DejaVu Sans"/>
              </a:rPr>
              <a:t>α</a:t>
            </a:r>
            <a:r>
              <a:rPr b="0" lang="en-GB" sz="1000" spc="-1" strike="noStrike">
                <a:solidFill>
                  <a:srgbClr val="ff0000"/>
                </a:solidFill>
                <a:latin typeface="Arial"/>
                <a:ea typeface="DejaVu Sans"/>
              </a:rPr>
              <a:t>   </a:t>
            </a:r>
            <a:r>
              <a:rPr b="0" lang="en-GB" sz="1000" spc="-1" strike="noStrike">
                <a:solidFill>
                  <a:srgbClr val="7c7c7c"/>
                </a:solidFill>
                <a:latin typeface="Arial"/>
                <a:ea typeface="DejaVu Sans"/>
              </a:rPr>
              <a:t>point of subjective equality of</a:t>
            </a:r>
            <a:br>
              <a:rPr sz="1800"/>
            </a:br>
            <a:r>
              <a:rPr b="0" lang="en-GB" sz="1000" spc="-1" strike="noStrike">
                <a:solidFill>
                  <a:srgbClr val="7c7c7c"/>
                </a:solidFill>
                <a:latin typeface="Arial"/>
                <a:ea typeface="DejaVu Sans"/>
              </a:rPr>
              <a:t>        immediate and delayed reward</a:t>
            </a:r>
            <a:br>
              <a:rPr sz="1000"/>
            </a:br>
            <a:endParaRPr b="0" lang="en-GB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GB" sz="2000" spc="-1" strike="noStrike">
                <a:solidFill>
                  <a:srgbClr val="0000ff"/>
                </a:solidFill>
                <a:latin typeface="Latin Modern Math"/>
                <a:ea typeface="DejaVu Sans"/>
              </a:rPr>
              <a:t>β</a:t>
            </a:r>
            <a:r>
              <a:rPr b="0" lang="en-GB" sz="1000" spc="-1" strike="noStrike">
                <a:solidFill>
                  <a:srgbClr val="0000ff"/>
                </a:solidFill>
                <a:latin typeface="Arial"/>
                <a:ea typeface="DejaVu Sans"/>
              </a:rPr>
              <a:t>  </a:t>
            </a:r>
            <a:r>
              <a:rPr b="0" lang="en-GB" sz="1000" spc="-1" strike="noStrike">
                <a:solidFill>
                  <a:srgbClr val="7c7c7c"/>
                </a:solidFill>
                <a:latin typeface="Arial"/>
                <a:ea typeface="DejaVu Sans"/>
              </a:rPr>
              <a:t> slope of the function </a:t>
            </a:r>
            <a:br>
              <a:rPr sz="1800"/>
            </a:br>
            <a:r>
              <a:rPr b="0" lang="en-GB" sz="1000" spc="-1" strike="noStrike">
                <a:solidFill>
                  <a:srgbClr val="7c7c7c"/>
                </a:solidFill>
                <a:latin typeface="Arial"/>
                <a:ea typeface="DejaVu Sans"/>
              </a:rPr>
              <a:t>       (control steepness)</a:t>
            </a:r>
            <a:endParaRPr b="0" lang="en-GB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CustomShape 1"/>
          <p:cNvSpPr/>
          <p:nvPr/>
        </p:nvSpPr>
        <p:spPr>
          <a:xfrm>
            <a:off x="838080" y="504000"/>
            <a:ext cx="10512000" cy="7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333333"/>
                </a:solidFill>
                <a:latin typeface="Calibri"/>
                <a:ea typeface="DejaVu Sans"/>
              </a:rPr>
              <a:t>Maximum likelihood estimation (MLE)</a:t>
            </a:r>
            <a:endParaRPr b="0" lang="en-GB" sz="3600" spc="-1" strike="noStrike">
              <a:latin typeface="Arial"/>
            </a:endParaRPr>
          </a:p>
        </p:txBody>
      </p:sp>
      <p:sp>
        <p:nvSpPr>
          <p:cNvPr id="167" name="CustomShape 2"/>
          <p:cNvSpPr/>
          <p:nvPr/>
        </p:nvSpPr>
        <p:spPr>
          <a:xfrm>
            <a:off x="838080" y="1584000"/>
            <a:ext cx="10512000" cy="212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Find the parameter values that maximize the probability (likelihood) of the data (given the model)</a:t>
            </a:r>
            <a:endParaRPr b="0" lang="en-GB" sz="2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The probability of the data is given by</a:t>
            </a:r>
            <a:endParaRPr b="0" lang="en-GB" sz="2200" spc="-1" strike="noStrike">
              <a:latin typeface="Arial"/>
            </a:endParaRPr>
          </a:p>
        </p:txBody>
      </p:sp>
      <p:grpSp>
        <p:nvGrpSpPr>
          <p:cNvPr id="168" name="Group 3"/>
          <p:cNvGrpSpPr/>
          <p:nvPr/>
        </p:nvGrpSpPr>
        <p:grpSpPr>
          <a:xfrm>
            <a:off x="4020480" y="3294360"/>
            <a:ext cx="4690440" cy="664560"/>
            <a:chOff x="4020480" y="3294360"/>
            <a:chExt cx="4690440" cy="664560"/>
          </a:xfrm>
        </p:grpSpPr>
        <p:grpSp>
          <p:nvGrpSpPr>
            <p:cNvPr id="169" name="Group 4"/>
            <p:cNvGrpSpPr/>
            <p:nvPr/>
          </p:nvGrpSpPr>
          <p:grpSpPr>
            <a:xfrm>
              <a:off x="4020480" y="3294360"/>
              <a:ext cx="4690440" cy="664560"/>
              <a:chOff x="4020480" y="3294360"/>
              <a:chExt cx="4690440" cy="664560"/>
            </a:xfrm>
          </p:grpSpPr>
          <p:sp>
            <p:nvSpPr>
              <p:cNvPr id="170" name="CustomShape 5"/>
              <p:cNvSpPr/>
              <p:nvPr/>
            </p:nvSpPr>
            <p:spPr>
              <a:xfrm>
                <a:off x="4024080" y="3310560"/>
                <a:ext cx="4670640" cy="632160"/>
              </a:xfrm>
              <a:custGeom>
                <a:avLst/>
                <a:gdLst/>
                <a:ahLst/>
                <a:rect l="l" t="t" r="r" b="b"/>
                <a:pathLst>
                  <a:path w="12978" h="1760">
                    <a:moveTo>
                      <a:pt x="0" y="0"/>
                    </a:moveTo>
                    <a:cubicBezTo>
                      <a:pt x="4326" y="0"/>
                      <a:pt x="8652" y="0"/>
                      <a:pt x="12977" y="0"/>
                    </a:cubicBezTo>
                    <a:cubicBezTo>
                      <a:pt x="12977" y="586"/>
                      <a:pt x="12977" y="1173"/>
                      <a:pt x="12977" y="1759"/>
                    </a:cubicBezTo>
                    <a:cubicBezTo>
                      <a:pt x="8652" y="1759"/>
                      <a:pt x="4326" y="1759"/>
                      <a:pt x="0" y="1759"/>
                    </a:cubicBezTo>
                    <a:cubicBezTo>
                      <a:pt x="0" y="1173"/>
                      <a:pt x="0" y="58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1" name="CustomShape 6"/>
              <p:cNvSpPr/>
              <p:nvPr/>
            </p:nvSpPr>
            <p:spPr>
              <a:xfrm>
                <a:off x="4020480" y="3500280"/>
                <a:ext cx="222840" cy="212760"/>
              </a:xfrm>
              <a:custGeom>
                <a:avLst/>
                <a:gdLst/>
                <a:ahLst/>
                <a:rect l="l" t="t" r="r" b="b"/>
                <a:pathLst>
                  <a:path w="623" h="595">
                    <a:moveTo>
                      <a:pt x="228" y="319"/>
                    </a:moveTo>
                    <a:cubicBezTo>
                      <a:pt x="277" y="319"/>
                      <a:pt x="327" y="319"/>
                      <a:pt x="377" y="319"/>
                    </a:cubicBezTo>
                    <a:cubicBezTo>
                      <a:pt x="500" y="319"/>
                      <a:pt x="622" y="230"/>
                      <a:pt x="622" y="131"/>
                    </a:cubicBezTo>
                    <a:cubicBezTo>
                      <a:pt x="622" y="64"/>
                      <a:pt x="565" y="0"/>
                      <a:pt x="451" y="0"/>
                    </a:cubicBezTo>
                    <a:cubicBezTo>
                      <a:pt x="357" y="0"/>
                      <a:pt x="263" y="0"/>
                      <a:pt x="168" y="0"/>
                    </a:cubicBezTo>
                    <a:cubicBezTo>
                      <a:pt x="151" y="0"/>
                      <a:pt x="141" y="0"/>
                      <a:pt x="141" y="17"/>
                    </a:cubicBezTo>
                    <a:cubicBezTo>
                      <a:pt x="141" y="27"/>
                      <a:pt x="149" y="27"/>
                      <a:pt x="168" y="27"/>
                    </a:cubicBezTo>
                    <a:cubicBezTo>
                      <a:pt x="178" y="27"/>
                      <a:pt x="193" y="29"/>
                      <a:pt x="206" y="29"/>
                    </a:cubicBezTo>
                    <a:cubicBezTo>
                      <a:pt x="218" y="32"/>
                      <a:pt x="223" y="34"/>
                      <a:pt x="223" y="44"/>
                    </a:cubicBezTo>
                    <a:cubicBezTo>
                      <a:pt x="223" y="47"/>
                      <a:pt x="223" y="49"/>
                      <a:pt x="220" y="59"/>
                    </a:cubicBezTo>
                    <a:cubicBezTo>
                      <a:pt x="182" y="215"/>
                      <a:pt x="143" y="371"/>
                      <a:pt x="104" y="527"/>
                    </a:cubicBezTo>
                    <a:cubicBezTo>
                      <a:pt x="94" y="559"/>
                      <a:pt x="94" y="566"/>
                      <a:pt x="25" y="566"/>
                    </a:cubicBezTo>
                    <a:cubicBezTo>
                      <a:pt x="10" y="566"/>
                      <a:pt x="0" y="566"/>
                      <a:pt x="0" y="584"/>
                    </a:cubicBezTo>
                    <a:cubicBezTo>
                      <a:pt x="0" y="594"/>
                      <a:pt x="10" y="594"/>
                      <a:pt x="12" y="594"/>
                    </a:cubicBezTo>
                    <a:cubicBezTo>
                      <a:pt x="37" y="594"/>
                      <a:pt x="99" y="591"/>
                      <a:pt x="124" y="591"/>
                    </a:cubicBezTo>
                    <a:cubicBezTo>
                      <a:pt x="141" y="591"/>
                      <a:pt x="161" y="591"/>
                      <a:pt x="178" y="591"/>
                    </a:cubicBezTo>
                    <a:cubicBezTo>
                      <a:pt x="198" y="591"/>
                      <a:pt x="218" y="594"/>
                      <a:pt x="235" y="594"/>
                    </a:cubicBezTo>
                    <a:cubicBezTo>
                      <a:pt x="243" y="594"/>
                      <a:pt x="253" y="594"/>
                      <a:pt x="253" y="576"/>
                    </a:cubicBezTo>
                    <a:cubicBezTo>
                      <a:pt x="253" y="566"/>
                      <a:pt x="245" y="566"/>
                      <a:pt x="228" y="566"/>
                    </a:cubicBezTo>
                    <a:cubicBezTo>
                      <a:pt x="196" y="566"/>
                      <a:pt x="173" y="566"/>
                      <a:pt x="173" y="552"/>
                    </a:cubicBezTo>
                    <a:cubicBezTo>
                      <a:pt x="173" y="547"/>
                      <a:pt x="173" y="542"/>
                      <a:pt x="176" y="537"/>
                    </a:cubicBezTo>
                    <a:cubicBezTo>
                      <a:pt x="193" y="464"/>
                      <a:pt x="211" y="392"/>
                      <a:pt x="228" y="319"/>
                    </a:cubicBezTo>
                    <a:moveTo>
                      <a:pt x="292" y="62"/>
                    </a:moveTo>
                    <a:cubicBezTo>
                      <a:pt x="300" y="29"/>
                      <a:pt x="302" y="27"/>
                      <a:pt x="339" y="27"/>
                    </a:cubicBezTo>
                    <a:cubicBezTo>
                      <a:pt x="367" y="27"/>
                      <a:pt x="394" y="27"/>
                      <a:pt x="421" y="27"/>
                    </a:cubicBezTo>
                    <a:cubicBezTo>
                      <a:pt x="496" y="27"/>
                      <a:pt x="540" y="52"/>
                      <a:pt x="540" y="111"/>
                    </a:cubicBezTo>
                    <a:cubicBezTo>
                      <a:pt x="540" y="146"/>
                      <a:pt x="523" y="220"/>
                      <a:pt x="491" y="250"/>
                    </a:cubicBezTo>
                    <a:cubicBezTo>
                      <a:pt x="446" y="289"/>
                      <a:pt x="394" y="297"/>
                      <a:pt x="354" y="297"/>
                    </a:cubicBezTo>
                    <a:cubicBezTo>
                      <a:pt x="314" y="297"/>
                      <a:pt x="273" y="297"/>
                      <a:pt x="233" y="297"/>
                    </a:cubicBezTo>
                    <a:cubicBezTo>
                      <a:pt x="253" y="218"/>
                      <a:pt x="273" y="140"/>
                      <a:pt x="292" y="6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2" name="CustomShape 7"/>
              <p:cNvSpPr/>
              <p:nvPr/>
            </p:nvSpPr>
            <p:spPr>
              <a:xfrm>
                <a:off x="4283640" y="3479760"/>
                <a:ext cx="72000" cy="311760"/>
              </a:xfrm>
              <a:custGeom>
                <a:avLst/>
                <a:gdLst/>
                <a:ahLst/>
                <a:rect l="l" t="t" r="r" b="b"/>
                <a:pathLst>
                  <a:path w="204" h="870">
                    <a:moveTo>
                      <a:pt x="203" y="859"/>
                    </a:moveTo>
                    <a:cubicBezTo>
                      <a:pt x="203" y="856"/>
                      <a:pt x="203" y="854"/>
                      <a:pt x="188" y="839"/>
                    </a:cubicBezTo>
                    <a:cubicBezTo>
                      <a:pt x="79" y="730"/>
                      <a:pt x="52" y="567"/>
                      <a:pt x="52" y="433"/>
                    </a:cubicBezTo>
                    <a:cubicBezTo>
                      <a:pt x="52" y="282"/>
                      <a:pt x="84" y="131"/>
                      <a:pt x="191" y="22"/>
                    </a:cubicBezTo>
                    <a:cubicBezTo>
                      <a:pt x="203" y="12"/>
                      <a:pt x="203" y="10"/>
                      <a:pt x="203" y="7"/>
                    </a:cubicBezTo>
                    <a:cubicBezTo>
                      <a:pt x="203" y="2"/>
                      <a:pt x="198" y="0"/>
                      <a:pt x="193" y="0"/>
                    </a:cubicBezTo>
                    <a:cubicBezTo>
                      <a:pt x="186" y="0"/>
                      <a:pt x="106" y="59"/>
                      <a:pt x="54" y="168"/>
                    </a:cubicBezTo>
                    <a:cubicBezTo>
                      <a:pt x="10" y="265"/>
                      <a:pt x="0" y="361"/>
                      <a:pt x="0" y="433"/>
                    </a:cubicBezTo>
                    <a:cubicBezTo>
                      <a:pt x="0" y="502"/>
                      <a:pt x="10" y="606"/>
                      <a:pt x="57" y="705"/>
                    </a:cubicBezTo>
                    <a:cubicBezTo>
                      <a:pt x="109" y="812"/>
                      <a:pt x="186" y="869"/>
                      <a:pt x="193" y="869"/>
                    </a:cubicBezTo>
                    <a:cubicBezTo>
                      <a:pt x="198" y="869"/>
                      <a:pt x="203" y="866"/>
                      <a:pt x="203" y="85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3" name="CustomShape 8"/>
              <p:cNvSpPr/>
              <p:nvPr/>
            </p:nvSpPr>
            <p:spPr>
              <a:xfrm>
                <a:off x="4385160" y="3574080"/>
                <a:ext cx="118440" cy="142560"/>
              </a:xfrm>
              <a:custGeom>
                <a:avLst/>
                <a:gdLst/>
                <a:ahLst/>
                <a:rect l="l" t="t" r="r" b="b"/>
                <a:pathLst>
                  <a:path w="333" h="400">
                    <a:moveTo>
                      <a:pt x="72" y="198"/>
                    </a:moveTo>
                    <a:cubicBezTo>
                      <a:pt x="72" y="57"/>
                      <a:pt x="144" y="22"/>
                      <a:pt x="191" y="22"/>
                    </a:cubicBezTo>
                    <a:cubicBezTo>
                      <a:pt x="199" y="22"/>
                      <a:pt x="253" y="22"/>
                      <a:pt x="283" y="55"/>
                    </a:cubicBezTo>
                    <a:cubicBezTo>
                      <a:pt x="248" y="57"/>
                      <a:pt x="243" y="82"/>
                      <a:pt x="243" y="94"/>
                    </a:cubicBezTo>
                    <a:cubicBezTo>
                      <a:pt x="243" y="116"/>
                      <a:pt x="258" y="134"/>
                      <a:pt x="283" y="134"/>
                    </a:cubicBezTo>
                    <a:cubicBezTo>
                      <a:pt x="305" y="134"/>
                      <a:pt x="322" y="119"/>
                      <a:pt x="322" y="92"/>
                    </a:cubicBezTo>
                    <a:cubicBezTo>
                      <a:pt x="322" y="32"/>
                      <a:pt x="256" y="0"/>
                      <a:pt x="189" y="0"/>
                    </a:cubicBezTo>
                    <a:cubicBezTo>
                      <a:pt x="80" y="0"/>
                      <a:pt x="0" y="94"/>
                      <a:pt x="0" y="201"/>
                    </a:cubicBezTo>
                    <a:cubicBezTo>
                      <a:pt x="0" y="312"/>
                      <a:pt x="87" y="399"/>
                      <a:pt x="189" y="399"/>
                    </a:cubicBezTo>
                    <a:cubicBezTo>
                      <a:pt x="305" y="399"/>
                      <a:pt x="332" y="293"/>
                      <a:pt x="332" y="285"/>
                    </a:cubicBezTo>
                    <a:cubicBezTo>
                      <a:pt x="332" y="276"/>
                      <a:pt x="322" y="277"/>
                      <a:pt x="320" y="277"/>
                    </a:cubicBezTo>
                    <a:cubicBezTo>
                      <a:pt x="312" y="277"/>
                      <a:pt x="310" y="280"/>
                      <a:pt x="310" y="285"/>
                    </a:cubicBezTo>
                    <a:cubicBezTo>
                      <a:pt x="285" y="366"/>
                      <a:pt x="228" y="376"/>
                      <a:pt x="196" y="376"/>
                    </a:cubicBezTo>
                    <a:cubicBezTo>
                      <a:pt x="149" y="376"/>
                      <a:pt x="72" y="339"/>
                      <a:pt x="72" y="198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4" name="CustomShape 9"/>
              <p:cNvSpPr/>
              <p:nvPr/>
            </p:nvSpPr>
            <p:spPr>
              <a:xfrm>
                <a:off x="4515480" y="3496680"/>
                <a:ext cx="155880" cy="216360"/>
              </a:xfrm>
              <a:custGeom>
                <a:avLst/>
                <a:gdLst/>
                <a:ahLst/>
                <a:rect l="l" t="t" r="r" b="b"/>
                <a:pathLst>
                  <a:path w="437" h="605">
                    <a:moveTo>
                      <a:pt x="67" y="537"/>
                    </a:moveTo>
                    <a:cubicBezTo>
                      <a:pt x="67" y="576"/>
                      <a:pt x="57" y="576"/>
                      <a:pt x="0" y="576"/>
                    </a:cubicBezTo>
                    <a:cubicBezTo>
                      <a:pt x="0" y="586"/>
                      <a:pt x="0" y="595"/>
                      <a:pt x="0" y="604"/>
                    </a:cubicBezTo>
                    <a:cubicBezTo>
                      <a:pt x="30" y="604"/>
                      <a:pt x="74" y="601"/>
                      <a:pt x="97" y="601"/>
                    </a:cubicBezTo>
                    <a:cubicBezTo>
                      <a:pt x="121" y="601"/>
                      <a:pt x="166" y="604"/>
                      <a:pt x="196" y="604"/>
                    </a:cubicBezTo>
                    <a:cubicBezTo>
                      <a:pt x="196" y="595"/>
                      <a:pt x="196" y="586"/>
                      <a:pt x="196" y="576"/>
                    </a:cubicBezTo>
                    <a:cubicBezTo>
                      <a:pt x="136" y="576"/>
                      <a:pt x="126" y="576"/>
                      <a:pt x="126" y="537"/>
                    </a:cubicBezTo>
                    <a:cubicBezTo>
                      <a:pt x="126" y="484"/>
                      <a:pt x="126" y="431"/>
                      <a:pt x="126" y="378"/>
                    </a:cubicBezTo>
                    <a:cubicBezTo>
                      <a:pt x="126" y="287"/>
                      <a:pt x="188" y="240"/>
                      <a:pt x="245" y="240"/>
                    </a:cubicBezTo>
                    <a:cubicBezTo>
                      <a:pt x="300" y="240"/>
                      <a:pt x="310" y="287"/>
                      <a:pt x="310" y="336"/>
                    </a:cubicBezTo>
                    <a:cubicBezTo>
                      <a:pt x="310" y="403"/>
                      <a:pt x="310" y="470"/>
                      <a:pt x="310" y="537"/>
                    </a:cubicBezTo>
                    <a:cubicBezTo>
                      <a:pt x="310" y="576"/>
                      <a:pt x="300" y="576"/>
                      <a:pt x="240" y="576"/>
                    </a:cubicBezTo>
                    <a:cubicBezTo>
                      <a:pt x="240" y="586"/>
                      <a:pt x="240" y="595"/>
                      <a:pt x="240" y="604"/>
                    </a:cubicBezTo>
                    <a:cubicBezTo>
                      <a:pt x="273" y="604"/>
                      <a:pt x="317" y="601"/>
                      <a:pt x="339" y="601"/>
                    </a:cubicBezTo>
                    <a:cubicBezTo>
                      <a:pt x="362" y="601"/>
                      <a:pt x="406" y="604"/>
                      <a:pt x="436" y="604"/>
                    </a:cubicBezTo>
                    <a:cubicBezTo>
                      <a:pt x="436" y="595"/>
                      <a:pt x="436" y="586"/>
                      <a:pt x="436" y="576"/>
                    </a:cubicBezTo>
                    <a:cubicBezTo>
                      <a:pt x="391" y="576"/>
                      <a:pt x="369" y="576"/>
                      <a:pt x="369" y="552"/>
                    </a:cubicBezTo>
                    <a:cubicBezTo>
                      <a:pt x="369" y="496"/>
                      <a:pt x="369" y="441"/>
                      <a:pt x="369" y="386"/>
                    </a:cubicBezTo>
                    <a:cubicBezTo>
                      <a:pt x="369" y="309"/>
                      <a:pt x="369" y="284"/>
                      <a:pt x="342" y="252"/>
                    </a:cubicBezTo>
                    <a:cubicBezTo>
                      <a:pt x="330" y="237"/>
                      <a:pt x="302" y="220"/>
                      <a:pt x="250" y="220"/>
                    </a:cubicBezTo>
                    <a:cubicBezTo>
                      <a:pt x="178" y="220"/>
                      <a:pt x="139" y="272"/>
                      <a:pt x="124" y="304"/>
                    </a:cubicBezTo>
                    <a:cubicBezTo>
                      <a:pt x="124" y="203"/>
                      <a:pt x="124" y="101"/>
                      <a:pt x="124" y="0"/>
                    </a:cubicBezTo>
                    <a:cubicBezTo>
                      <a:pt x="83" y="3"/>
                      <a:pt x="41" y="6"/>
                      <a:pt x="0" y="10"/>
                    </a:cubicBezTo>
                    <a:cubicBezTo>
                      <a:pt x="0" y="19"/>
                      <a:pt x="0" y="28"/>
                      <a:pt x="0" y="37"/>
                    </a:cubicBezTo>
                    <a:cubicBezTo>
                      <a:pt x="60" y="37"/>
                      <a:pt x="67" y="44"/>
                      <a:pt x="67" y="86"/>
                    </a:cubicBezTo>
                    <a:cubicBezTo>
                      <a:pt x="67" y="237"/>
                      <a:pt x="67" y="387"/>
                      <a:pt x="67" y="537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5" name="CustomShape 10"/>
              <p:cNvSpPr/>
              <p:nvPr/>
            </p:nvSpPr>
            <p:spPr>
              <a:xfrm>
                <a:off x="4687560" y="3574080"/>
                <a:ext cx="138240" cy="142560"/>
              </a:xfrm>
              <a:custGeom>
                <a:avLst/>
                <a:gdLst/>
                <a:ahLst/>
                <a:rect l="l" t="t" r="r" b="b"/>
                <a:pathLst>
                  <a:path w="388" h="400">
                    <a:moveTo>
                      <a:pt x="387" y="203"/>
                    </a:moveTo>
                    <a:cubicBezTo>
                      <a:pt x="387" y="92"/>
                      <a:pt x="300" y="0"/>
                      <a:pt x="193" y="0"/>
                    </a:cubicBezTo>
                    <a:cubicBezTo>
                      <a:pt x="87" y="0"/>
                      <a:pt x="0" y="94"/>
                      <a:pt x="0" y="203"/>
                    </a:cubicBezTo>
                    <a:cubicBezTo>
                      <a:pt x="0" y="314"/>
                      <a:pt x="92" y="399"/>
                      <a:pt x="193" y="399"/>
                    </a:cubicBezTo>
                    <a:cubicBezTo>
                      <a:pt x="300" y="399"/>
                      <a:pt x="387" y="312"/>
                      <a:pt x="387" y="203"/>
                    </a:cubicBezTo>
                    <a:moveTo>
                      <a:pt x="193" y="376"/>
                    </a:moveTo>
                    <a:cubicBezTo>
                      <a:pt x="156" y="376"/>
                      <a:pt x="119" y="359"/>
                      <a:pt x="94" y="319"/>
                    </a:cubicBezTo>
                    <a:cubicBezTo>
                      <a:pt x="75" y="280"/>
                      <a:pt x="75" y="228"/>
                      <a:pt x="75" y="196"/>
                    </a:cubicBezTo>
                    <a:cubicBezTo>
                      <a:pt x="75" y="161"/>
                      <a:pt x="75" y="114"/>
                      <a:pt x="94" y="77"/>
                    </a:cubicBezTo>
                    <a:cubicBezTo>
                      <a:pt x="119" y="37"/>
                      <a:pt x="159" y="20"/>
                      <a:pt x="193" y="20"/>
                    </a:cubicBezTo>
                    <a:cubicBezTo>
                      <a:pt x="233" y="20"/>
                      <a:pt x="270" y="37"/>
                      <a:pt x="293" y="74"/>
                    </a:cubicBezTo>
                    <a:cubicBezTo>
                      <a:pt x="315" y="112"/>
                      <a:pt x="315" y="163"/>
                      <a:pt x="315" y="196"/>
                    </a:cubicBezTo>
                    <a:cubicBezTo>
                      <a:pt x="315" y="228"/>
                      <a:pt x="315" y="275"/>
                      <a:pt x="295" y="312"/>
                    </a:cubicBezTo>
                    <a:cubicBezTo>
                      <a:pt x="278" y="352"/>
                      <a:pt x="238" y="376"/>
                      <a:pt x="193" y="376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6" name="CustomShape 11"/>
              <p:cNvSpPr/>
              <p:nvPr/>
            </p:nvSpPr>
            <p:spPr>
              <a:xfrm>
                <a:off x="4853520" y="3574080"/>
                <a:ext cx="138240" cy="142560"/>
              </a:xfrm>
              <a:custGeom>
                <a:avLst/>
                <a:gdLst/>
                <a:ahLst/>
                <a:rect l="l" t="t" r="r" b="b"/>
                <a:pathLst>
                  <a:path w="388" h="400">
                    <a:moveTo>
                      <a:pt x="387" y="203"/>
                    </a:moveTo>
                    <a:cubicBezTo>
                      <a:pt x="387" y="92"/>
                      <a:pt x="297" y="0"/>
                      <a:pt x="193" y="0"/>
                    </a:cubicBezTo>
                    <a:cubicBezTo>
                      <a:pt x="84" y="0"/>
                      <a:pt x="0" y="94"/>
                      <a:pt x="0" y="203"/>
                    </a:cubicBezTo>
                    <a:cubicBezTo>
                      <a:pt x="0" y="314"/>
                      <a:pt x="89" y="399"/>
                      <a:pt x="193" y="399"/>
                    </a:cubicBezTo>
                    <a:cubicBezTo>
                      <a:pt x="297" y="399"/>
                      <a:pt x="387" y="312"/>
                      <a:pt x="387" y="203"/>
                    </a:cubicBezTo>
                    <a:moveTo>
                      <a:pt x="193" y="376"/>
                    </a:moveTo>
                    <a:cubicBezTo>
                      <a:pt x="156" y="376"/>
                      <a:pt x="116" y="359"/>
                      <a:pt x="94" y="319"/>
                    </a:cubicBezTo>
                    <a:cubicBezTo>
                      <a:pt x="72" y="280"/>
                      <a:pt x="72" y="228"/>
                      <a:pt x="72" y="196"/>
                    </a:cubicBezTo>
                    <a:cubicBezTo>
                      <a:pt x="72" y="161"/>
                      <a:pt x="72" y="114"/>
                      <a:pt x="94" y="77"/>
                    </a:cubicBezTo>
                    <a:cubicBezTo>
                      <a:pt x="116" y="37"/>
                      <a:pt x="159" y="20"/>
                      <a:pt x="193" y="20"/>
                    </a:cubicBezTo>
                    <a:cubicBezTo>
                      <a:pt x="230" y="20"/>
                      <a:pt x="268" y="37"/>
                      <a:pt x="290" y="74"/>
                    </a:cubicBezTo>
                    <a:cubicBezTo>
                      <a:pt x="312" y="112"/>
                      <a:pt x="312" y="163"/>
                      <a:pt x="312" y="196"/>
                    </a:cubicBezTo>
                    <a:cubicBezTo>
                      <a:pt x="312" y="228"/>
                      <a:pt x="312" y="275"/>
                      <a:pt x="295" y="312"/>
                    </a:cubicBezTo>
                    <a:cubicBezTo>
                      <a:pt x="275" y="352"/>
                      <a:pt x="235" y="376"/>
                      <a:pt x="193" y="376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7" name="CustomShape 12"/>
              <p:cNvSpPr/>
              <p:nvPr/>
            </p:nvSpPr>
            <p:spPr>
              <a:xfrm>
                <a:off x="5011560" y="3574080"/>
                <a:ext cx="101160" cy="142560"/>
              </a:xfrm>
              <a:custGeom>
                <a:avLst/>
                <a:gdLst/>
                <a:ahLst/>
                <a:rect l="l" t="t" r="r" b="b"/>
                <a:pathLst>
                  <a:path w="285" h="400">
                    <a:moveTo>
                      <a:pt x="153" y="220"/>
                    </a:moveTo>
                    <a:cubicBezTo>
                      <a:pt x="173" y="223"/>
                      <a:pt x="242" y="238"/>
                      <a:pt x="242" y="300"/>
                    </a:cubicBezTo>
                    <a:cubicBezTo>
                      <a:pt x="242" y="344"/>
                      <a:pt x="213" y="379"/>
                      <a:pt x="146" y="379"/>
                    </a:cubicBezTo>
                    <a:cubicBezTo>
                      <a:pt x="71" y="379"/>
                      <a:pt x="42" y="329"/>
                      <a:pt x="24" y="255"/>
                    </a:cubicBezTo>
                    <a:cubicBezTo>
                      <a:pt x="22" y="245"/>
                      <a:pt x="19" y="240"/>
                      <a:pt x="12" y="240"/>
                    </a:cubicBezTo>
                    <a:cubicBezTo>
                      <a:pt x="0" y="240"/>
                      <a:pt x="0" y="248"/>
                      <a:pt x="0" y="262"/>
                    </a:cubicBezTo>
                    <a:cubicBezTo>
                      <a:pt x="0" y="300"/>
                      <a:pt x="0" y="338"/>
                      <a:pt x="0" y="376"/>
                    </a:cubicBezTo>
                    <a:cubicBezTo>
                      <a:pt x="0" y="391"/>
                      <a:pt x="0" y="399"/>
                      <a:pt x="9" y="399"/>
                    </a:cubicBezTo>
                    <a:cubicBezTo>
                      <a:pt x="14" y="399"/>
                      <a:pt x="14" y="396"/>
                      <a:pt x="32" y="381"/>
                    </a:cubicBezTo>
                    <a:cubicBezTo>
                      <a:pt x="34" y="379"/>
                      <a:pt x="34" y="376"/>
                      <a:pt x="49" y="361"/>
                    </a:cubicBezTo>
                    <a:cubicBezTo>
                      <a:pt x="89" y="396"/>
                      <a:pt x="126" y="399"/>
                      <a:pt x="146" y="399"/>
                    </a:cubicBezTo>
                    <a:cubicBezTo>
                      <a:pt x="245" y="399"/>
                      <a:pt x="284" y="339"/>
                      <a:pt x="284" y="277"/>
                    </a:cubicBezTo>
                    <a:cubicBezTo>
                      <a:pt x="284" y="230"/>
                      <a:pt x="260" y="206"/>
                      <a:pt x="250" y="196"/>
                    </a:cubicBezTo>
                    <a:cubicBezTo>
                      <a:pt x="220" y="168"/>
                      <a:pt x="185" y="161"/>
                      <a:pt x="148" y="154"/>
                    </a:cubicBezTo>
                    <a:cubicBezTo>
                      <a:pt x="101" y="144"/>
                      <a:pt x="42" y="131"/>
                      <a:pt x="42" y="82"/>
                    </a:cubicBezTo>
                    <a:cubicBezTo>
                      <a:pt x="42" y="52"/>
                      <a:pt x="64" y="15"/>
                      <a:pt x="141" y="15"/>
                    </a:cubicBezTo>
                    <a:cubicBezTo>
                      <a:pt x="235" y="15"/>
                      <a:pt x="240" y="94"/>
                      <a:pt x="242" y="121"/>
                    </a:cubicBezTo>
                    <a:cubicBezTo>
                      <a:pt x="242" y="129"/>
                      <a:pt x="250" y="129"/>
                      <a:pt x="252" y="129"/>
                    </a:cubicBezTo>
                    <a:cubicBezTo>
                      <a:pt x="262" y="129"/>
                      <a:pt x="262" y="124"/>
                      <a:pt x="262" y="109"/>
                    </a:cubicBezTo>
                    <a:cubicBezTo>
                      <a:pt x="262" y="79"/>
                      <a:pt x="262" y="50"/>
                      <a:pt x="262" y="20"/>
                    </a:cubicBezTo>
                    <a:cubicBezTo>
                      <a:pt x="262" y="5"/>
                      <a:pt x="262" y="0"/>
                      <a:pt x="255" y="0"/>
                    </a:cubicBezTo>
                    <a:cubicBezTo>
                      <a:pt x="250" y="0"/>
                      <a:pt x="247" y="0"/>
                      <a:pt x="237" y="10"/>
                    </a:cubicBezTo>
                    <a:cubicBezTo>
                      <a:pt x="235" y="13"/>
                      <a:pt x="225" y="22"/>
                      <a:pt x="223" y="25"/>
                    </a:cubicBezTo>
                    <a:cubicBezTo>
                      <a:pt x="188" y="0"/>
                      <a:pt x="153" y="0"/>
                      <a:pt x="141" y="0"/>
                    </a:cubicBezTo>
                    <a:cubicBezTo>
                      <a:pt x="34" y="0"/>
                      <a:pt x="0" y="57"/>
                      <a:pt x="0" y="107"/>
                    </a:cubicBezTo>
                    <a:cubicBezTo>
                      <a:pt x="0" y="136"/>
                      <a:pt x="14" y="161"/>
                      <a:pt x="37" y="181"/>
                    </a:cubicBezTo>
                    <a:cubicBezTo>
                      <a:pt x="66" y="203"/>
                      <a:pt x="91" y="208"/>
                      <a:pt x="153" y="22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8" name="CustomShape 13"/>
              <p:cNvSpPr/>
              <p:nvPr/>
            </p:nvSpPr>
            <p:spPr>
              <a:xfrm>
                <a:off x="5133600" y="3574080"/>
                <a:ext cx="120240" cy="142560"/>
              </a:xfrm>
              <a:custGeom>
                <a:avLst/>
                <a:gdLst/>
                <a:ahLst/>
                <a:rect l="l" t="t" r="r" b="b"/>
                <a:pathLst>
                  <a:path w="338" h="400">
                    <a:moveTo>
                      <a:pt x="74" y="171"/>
                    </a:moveTo>
                    <a:cubicBezTo>
                      <a:pt x="79" y="40"/>
                      <a:pt x="151" y="20"/>
                      <a:pt x="181" y="20"/>
                    </a:cubicBezTo>
                    <a:cubicBezTo>
                      <a:pt x="270" y="20"/>
                      <a:pt x="280" y="136"/>
                      <a:pt x="280" y="171"/>
                    </a:cubicBezTo>
                    <a:cubicBezTo>
                      <a:pt x="211" y="171"/>
                      <a:pt x="143" y="171"/>
                      <a:pt x="74" y="171"/>
                    </a:cubicBezTo>
                    <a:moveTo>
                      <a:pt x="72" y="188"/>
                    </a:moveTo>
                    <a:cubicBezTo>
                      <a:pt x="153" y="188"/>
                      <a:pt x="234" y="188"/>
                      <a:pt x="315" y="188"/>
                    </a:cubicBezTo>
                    <a:cubicBezTo>
                      <a:pt x="334" y="188"/>
                      <a:pt x="337" y="188"/>
                      <a:pt x="337" y="171"/>
                    </a:cubicBezTo>
                    <a:cubicBezTo>
                      <a:pt x="337" y="84"/>
                      <a:pt x="290" y="0"/>
                      <a:pt x="181" y="0"/>
                    </a:cubicBezTo>
                    <a:cubicBezTo>
                      <a:pt x="82" y="0"/>
                      <a:pt x="0" y="89"/>
                      <a:pt x="0" y="198"/>
                    </a:cubicBezTo>
                    <a:cubicBezTo>
                      <a:pt x="0" y="314"/>
                      <a:pt x="92" y="399"/>
                      <a:pt x="193" y="399"/>
                    </a:cubicBezTo>
                    <a:cubicBezTo>
                      <a:pt x="297" y="399"/>
                      <a:pt x="337" y="302"/>
                      <a:pt x="337" y="285"/>
                    </a:cubicBezTo>
                    <a:cubicBezTo>
                      <a:pt x="337" y="277"/>
                      <a:pt x="330" y="275"/>
                      <a:pt x="327" y="275"/>
                    </a:cubicBezTo>
                    <a:cubicBezTo>
                      <a:pt x="317" y="275"/>
                      <a:pt x="317" y="280"/>
                      <a:pt x="315" y="287"/>
                    </a:cubicBezTo>
                    <a:cubicBezTo>
                      <a:pt x="285" y="376"/>
                      <a:pt x="206" y="376"/>
                      <a:pt x="198" y="376"/>
                    </a:cubicBezTo>
                    <a:cubicBezTo>
                      <a:pt x="154" y="376"/>
                      <a:pt x="119" y="352"/>
                      <a:pt x="99" y="319"/>
                    </a:cubicBezTo>
                    <a:cubicBezTo>
                      <a:pt x="72" y="277"/>
                      <a:pt x="72" y="220"/>
                      <a:pt x="72" y="188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9" name="CustomShape 14"/>
              <p:cNvSpPr/>
              <p:nvPr/>
            </p:nvSpPr>
            <p:spPr>
              <a:xfrm>
                <a:off x="5379840" y="3496680"/>
                <a:ext cx="153000" cy="219960"/>
              </a:xfrm>
              <a:custGeom>
                <a:avLst/>
                <a:gdLst/>
                <a:ahLst/>
                <a:rect l="l" t="t" r="r" b="b"/>
                <a:pathLst>
                  <a:path w="429" h="615">
                    <a:moveTo>
                      <a:pt x="300" y="557"/>
                    </a:moveTo>
                    <a:cubicBezTo>
                      <a:pt x="300" y="576"/>
                      <a:pt x="300" y="595"/>
                      <a:pt x="300" y="614"/>
                    </a:cubicBezTo>
                    <a:cubicBezTo>
                      <a:pt x="343" y="610"/>
                      <a:pt x="385" y="607"/>
                      <a:pt x="428" y="604"/>
                    </a:cubicBezTo>
                    <a:cubicBezTo>
                      <a:pt x="428" y="595"/>
                      <a:pt x="428" y="586"/>
                      <a:pt x="428" y="576"/>
                    </a:cubicBezTo>
                    <a:cubicBezTo>
                      <a:pt x="366" y="576"/>
                      <a:pt x="359" y="572"/>
                      <a:pt x="359" y="527"/>
                    </a:cubicBezTo>
                    <a:cubicBezTo>
                      <a:pt x="359" y="351"/>
                      <a:pt x="359" y="176"/>
                      <a:pt x="359" y="0"/>
                    </a:cubicBezTo>
                    <a:cubicBezTo>
                      <a:pt x="318" y="3"/>
                      <a:pt x="276" y="6"/>
                      <a:pt x="235" y="10"/>
                    </a:cubicBezTo>
                    <a:cubicBezTo>
                      <a:pt x="235" y="19"/>
                      <a:pt x="235" y="28"/>
                      <a:pt x="235" y="37"/>
                    </a:cubicBezTo>
                    <a:cubicBezTo>
                      <a:pt x="295" y="37"/>
                      <a:pt x="302" y="44"/>
                      <a:pt x="302" y="86"/>
                    </a:cubicBezTo>
                    <a:cubicBezTo>
                      <a:pt x="302" y="149"/>
                      <a:pt x="302" y="212"/>
                      <a:pt x="302" y="275"/>
                    </a:cubicBezTo>
                    <a:cubicBezTo>
                      <a:pt x="277" y="242"/>
                      <a:pt x="240" y="220"/>
                      <a:pt x="193" y="220"/>
                    </a:cubicBezTo>
                    <a:cubicBezTo>
                      <a:pt x="89" y="220"/>
                      <a:pt x="0" y="304"/>
                      <a:pt x="0" y="418"/>
                    </a:cubicBezTo>
                    <a:cubicBezTo>
                      <a:pt x="0" y="527"/>
                      <a:pt x="84" y="614"/>
                      <a:pt x="183" y="614"/>
                    </a:cubicBezTo>
                    <a:cubicBezTo>
                      <a:pt x="240" y="614"/>
                      <a:pt x="277" y="584"/>
                      <a:pt x="300" y="557"/>
                    </a:cubicBezTo>
                    <a:moveTo>
                      <a:pt x="300" y="324"/>
                    </a:moveTo>
                    <a:cubicBezTo>
                      <a:pt x="300" y="383"/>
                      <a:pt x="300" y="443"/>
                      <a:pt x="300" y="502"/>
                    </a:cubicBezTo>
                    <a:cubicBezTo>
                      <a:pt x="300" y="517"/>
                      <a:pt x="300" y="520"/>
                      <a:pt x="290" y="534"/>
                    </a:cubicBezTo>
                    <a:cubicBezTo>
                      <a:pt x="265" y="574"/>
                      <a:pt x="225" y="594"/>
                      <a:pt x="188" y="594"/>
                    </a:cubicBezTo>
                    <a:cubicBezTo>
                      <a:pt x="148" y="594"/>
                      <a:pt x="116" y="572"/>
                      <a:pt x="96" y="539"/>
                    </a:cubicBezTo>
                    <a:cubicBezTo>
                      <a:pt x="74" y="502"/>
                      <a:pt x="72" y="453"/>
                      <a:pt x="72" y="418"/>
                    </a:cubicBezTo>
                    <a:cubicBezTo>
                      <a:pt x="72" y="386"/>
                      <a:pt x="72" y="334"/>
                      <a:pt x="99" y="294"/>
                    </a:cubicBezTo>
                    <a:cubicBezTo>
                      <a:pt x="116" y="267"/>
                      <a:pt x="148" y="240"/>
                      <a:pt x="196" y="240"/>
                    </a:cubicBezTo>
                    <a:cubicBezTo>
                      <a:pt x="228" y="240"/>
                      <a:pt x="262" y="252"/>
                      <a:pt x="290" y="292"/>
                    </a:cubicBezTo>
                    <a:cubicBezTo>
                      <a:pt x="300" y="307"/>
                      <a:pt x="300" y="307"/>
                      <a:pt x="300" y="324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0" name="CustomShape 15"/>
              <p:cNvSpPr/>
              <p:nvPr/>
            </p:nvSpPr>
            <p:spPr>
              <a:xfrm>
                <a:off x="5551920" y="3574080"/>
                <a:ext cx="120240" cy="142560"/>
              </a:xfrm>
              <a:custGeom>
                <a:avLst/>
                <a:gdLst/>
                <a:ahLst/>
                <a:rect l="l" t="t" r="r" b="b"/>
                <a:pathLst>
                  <a:path w="338" h="400">
                    <a:moveTo>
                      <a:pt x="72" y="171"/>
                    </a:moveTo>
                    <a:cubicBezTo>
                      <a:pt x="77" y="40"/>
                      <a:pt x="151" y="20"/>
                      <a:pt x="181" y="20"/>
                    </a:cubicBezTo>
                    <a:cubicBezTo>
                      <a:pt x="270" y="20"/>
                      <a:pt x="277" y="136"/>
                      <a:pt x="277" y="171"/>
                    </a:cubicBezTo>
                    <a:cubicBezTo>
                      <a:pt x="209" y="171"/>
                      <a:pt x="140" y="171"/>
                      <a:pt x="72" y="171"/>
                    </a:cubicBezTo>
                    <a:moveTo>
                      <a:pt x="72" y="188"/>
                    </a:moveTo>
                    <a:cubicBezTo>
                      <a:pt x="153" y="188"/>
                      <a:pt x="234" y="188"/>
                      <a:pt x="315" y="188"/>
                    </a:cubicBezTo>
                    <a:cubicBezTo>
                      <a:pt x="334" y="188"/>
                      <a:pt x="337" y="188"/>
                      <a:pt x="337" y="171"/>
                    </a:cubicBezTo>
                    <a:cubicBezTo>
                      <a:pt x="337" y="84"/>
                      <a:pt x="290" y="0"/>
                      <a:pt x="181" y="0"/>
                    </a:cubicBezTo>
                    <a:cubicBezTo>
                      <a:pt x="79" y="0"/>
                      <a:pt x="0" y="89"/>
                      <a:pt x="0" y="198"/>
                    </a:cubicBezTo>
                    <a:cubicBezTo>
                      <a:pt x="0" y="314"/>
                      <a:pt x="92" y="399"/>
                      <a:pt x="191" y="399"/>
                    </a:cubicBezTo>
                    <a:cubicBezTo>
                      <a:pt x="297" y="399"/>
                      <a:pt x="337" y="302"/>
                      <a:pt x="337" y="285"/>
                    </a:cubicBezTo>
                    <a:cubicBezTo>
                      <a:pt x="337" y="277"/>
                      <a:pt x="329" y="275"/>
                      <a:pt x="325" y="275"/>
                    </a:cubicBezTo>
                    <a:cubicBezTo>
                      <a:pt x="317" y="275"/>
                      <a:pt x="315" y="280"/>
                      <a:pt x="315" y="287"/>
                    </a:cubicBezTo>
                    <a:cubicBezTo>
                      <a:pt x="282" y="376"/>
                      <a:pt x="206" y="376"/>
                      <a:pt x="196" y="376"/>
                    </a:cubicBezTo>
                    <a:cubicBezTo>
                      <a:pt x="154" y="376"/>
                      <a:pt x="116" y="352"/>
                      <a:pt x="97" y="319"/>
                    </a:cubicBezTo>
                    <a:cubicBezTo>
                      <a:pt x="72" y="277"/>
                      <a:pt x="72" y="220"/>
                      <a:pt x="72" y="188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1" name="CustomShape 16"/>
              <p:cNvSpPr/>
              <p:nvPr/>
            </p:nvSpPr>
            <p:spPr>
              <a:xfrm>
                <a:off x="5692680" y="3496680"/>
                <a:ext cx="68760" cy="216360"/>
              </a:xfrm>
              <a:custGeom>
                <a:avLst/>
                <a:gdLst/>
                <a:ahLst/>
                <a:rect l="l" t="t" r="r" b="b"/>
                <a:pathLst>
                  <a:path w="195" h="605">
                    <a:moveTo>
                      <a:pt x="124" y="0"/>
                    </a:moveTo>
                    <a:cubicBezTo>
                      <a:pt x="83" y="3"/>
                      <a:pt x="42" y="6"/>
                      <a:pt x="0" y="10"/>
                    </a:cubicBezTo>
                    <a:cubicBezTo>
                      <a:pt x="0" y="19"/>
                      <a:pt x="0" y="28"/>
                      <a:pt x="0" y="37"/>
                    </a:cubicBezTo>
                    <a:cubicBezTo>
                      <a:pt x="60" y="37"/>
                      <a:pt x="67" y="44"/>
                      <a:pt x="67" y="86"/>
                    </a:cubicBezTo>
                    <a:cubicBezTo>
                      <a:pt x="67" y="237"/>
                      <a:pt x="67" y="387"/>
                      <a:pt x="67" y="537"/>
                    </a:cubicBezTo>
                    <a:cubicBezTo>
                      <a:pt x="67" y="576"/>
                      <a:pt x="57" y="576"/>
                      <a:pt x="0" y="576"/>
                    </a:cubicBezTo>
                    <a:cubicBezTo>
                      <a:pt x="0" y="586"/>
                      <a:pt x="0" y="595"/>
                      <a:pt x="0" y="604"/>
                    </a:cubicBezTo>
                    <a:cubicBezTo>
                      <a:pt x="28" y="604"/>
                      <a:pt x="76" y="601"/>
                      <a:pt x="97" y="601"/>
                    </a:cubicBezTo>
                    <a:cubicBezTo>
                      <a:pt x="118" y="601"/>
                      <a:pt x="161" y="604"/>
                      <a:pt x="194" y="604"/>
                    </a:cubicBezTo>
                    <a:cubicBezTo>
                      <a:pt x="194" y="595"/>
                      <a:pt x="194" y="586"/>
                      <a:pt x="194" y="576"/>
                    </a:cubicBezTo>
                    <a:cubicBezTo>
                      <a:pt x="134" y="576"/>
                      <a:pt x="124" y="576"/>
                      <a:pt x="124" y="537"/>
                    </a:cubicBezTo>
                    <a:cubicBezTo>
                      <a:pt x="124" y="358"/>
                      <a:pt x="124" y="179"/>
                      <a:pt x="1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2" name="CustomShape 17"/>
              <p:cNvSpPr/>
              <p:nvPr/>
            </p:nvSpPr>
            <p:spPr>
              <a:xfrm>
                <a:off x="5781960" y="3574080"/>
                <a:ext cx="140760" cy="142560"/>
              </a:xfrm>
              <a:custGeom>
                <a:avLst/>
                <a:gdLst/>
                <a:ahLst/>
                <a:rect l="l" t="t" r="r" b="b"/>
                <a:pathLst>
                  <a:path w="395" h="400">
                    <a:moveTo>
                      <a:pt x="255" y="322"/>
                    </a:moveTo>
                    <a:cubicBezTo>
                      <a:pt x="258" y="357"/>
                      <a:pt x="283" y="394"/>
                      <a:pt x="322" y="394"/>
                    </a:cubicBezTo>
                    <a:cubicBezTo>
                      <a:pt x="340" y="394"/>
                      <a:pt x="394" y="381"/>
                      <a:pt x="394" y="312"/>
                    </a:cubicBezTo>
                    <a:cubicBezTo>
                      <a:pt x="394" y="295"/>
                      <a:pt x="394" y="279"/>
                      <a:pt x="394" y="262"/>
                    </a:cubicBezTo>
                    <a:cubicBezTo>
                      <a:pt x="387" y="262"/>
                      <a:pt x="379" y="262"/>
                      <a:pt x="372" y="262"/>
                    </a:cubicBezTo>
                    <a:cubicBezTo>
                      <a:pt x="372" y="279"/>
                      <a:pt x="372" y="295"/>
                      <a:pt x="372" y="312"/>
                    </a:cubicBezTo>
                    <a:cubicBezTo>
                      <a:pt x="372" y="361"/>
                      <a:pt x="350" y="366"/>
                      <a:pt x="340" y="366"/>
                    </a:cubicBezTo>
                    <a:cubicBezTo>
                      <a:pt x="312" y="366"/>
                      <a:pt x="307" y="327"/>
                      <a:pt x="307" y="324"/>
                    </a:cubicBezTo>
                    <a:cubicBezTo>
                      <a:pt x="307" y="266"/>
                      <a:pt x="307" y="207"/>
                      <a:pt x="307" y="149"/>
                    </a:cubicBezTo>
                    <a:cubicBezTo>
                      <a:pt x="307" y="114"/>
                      <a:pt x="307" y="79"/>
                      <a:pt x="278" y="47"/>
                    </a:cubicBezTo>
                    <a:cubicBezTo>
                      <a:pt x="243" y="13"/>
                      <a:pt x="198" y="0"/>
                      <a:pt x="159" y="0"/>
                    </a:cubicBezTo>
                    <a:cubicBezTo>
                      <a:pt x="87" y="0"/>
                      <a:pt x="27" y="40"/>
                      <a:pt x="27" y="97"/>
                    </a:cubicBezTo>
                    <a:cubicBezTo>
                      <a:pt x="27" y="124"/>
                      <a:pt x="45" y="139"/>
                      <a:pt x="67" y="139"/>
                    </a:cubicBezTo>
                    <a:cubicBezTo>
                      <a:pt x="92" y="139"/>
                      <a:pt x="107" y="121"/>
                      <a:pt x="107" y="99"/>
                    </a:cubicBezTo>
                    <a:cubicBezTo>
                      <a:pt x="107" y="89"/>
                      <a:pt x="102" y="60"/>
                      <a:pt x="62" y="60"/>
                    </a:cubicBezTo>
                    <a:cubicBezTo>
                      <a:pt x="84" y="27"/>
                      <a:pt x="129" y="20"/>
                      <a:pt x="156" y="20"/>
                    </a:cubicBezTo>
                    <a:cubicBezTo>
                      <a:pt x="198" y="20"/>
                      <a:pt x="248" y="52"/>
                      <a:pt x="248" y="129"/>
                    </a:cubicBezTo>
                    <a:cubicBezTo>
                      <a:pt x="248" y="140"/>
                      <a:pt x="248" y="150"/>
                      <a:pt x="248" y="161"/>
                    </a:cubicBezTo>
                    <a:cubicBezTo>
                      <a:pt x="203" y="163"/>
                      <a:pt x="144" y="168"/>
                      <a:pt x="89" y="193"/>
                    </a:cubicBezTo>
                    <a:cubicBezTo>
                      <a:pt x="22" y="223"/>
                      <a:pt x="0" y="267"/>
                      <a:pt x="0" y="307"/>
                    </a:cubicBezTo>
                    <a:cubicBezTo>
                      <a:pt x="0" y="376"/>
                      <a:pt x="84" y="399"/>
                      <a:pt x="141" y="399"/>
                    </a:cubicBezTo>
                    <a:cubicBezTo>
                      <a:pt x="198" y="399"/>
                      <a:pt x="238" y="364"/>
                      <a:pt x="255" y="322"/>
                    </a:cubicBezTo>
                    <a:moveTo>
                      <a:pt x="248" y="181"/>
                    </a:moveTo>
                    <a:cubicBezTo>
                      <a:pt x="248" y="210"/>
                      <a:pt x="248" y="239"/>
                      <a:pt x="248" y="267"/>
                    </a:cubicBezTo>
                    <a:cubicBezTo>
                      <a:pt x="248" y="349"/>
                      <a:pt x="186" y="379"/>
                      <a:pt x="146" y="379"/>
                    </a:cubicBezTo>
                    <a:cubicBezTo>
                      <a:pt x="104" y="379"/>
                      <a:pt x="67" y="349"/>
                      <a:pt x="67" y="305"/>
                    </a:cubicBezTo>
                    <a:cubicBezTo>
                      <a:pt x="67" y="258"/>
                      <a:pt x="104" y="186"/>
                      <a:pt x="248" y="181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3" name="CustomShape 18"/>
              <p:cNvSpPr/>
              <p:nvPr/>
            </p:nvSpPr>
            <p:spPr>
              <a:xfrm>
                <a:off x="5923080" y="3579480"/>
                <a:ext cx="152280" cy="197640"/>
              </a:xfrm>
              <a:custGeom>
                <a:avLst/>
                <a:gdLst/>
                <a:ahLst/>
                <a:rect l="l" t="t" r="r" b="b"/>
                <a:pathLst>
                  <a:path w="427" h="553">
                    <a:moveTo>
                      <a:pt x="344" y="82"/>
                    </a:moveTo>
                    <a:cubicBezTo>
                      <a:pt x="369" y="27"/>
                      <a:pt x="411" y="27"/>
                      <a:pt x="426" y="27"/>
                    </a:cubicBezTo>
                    <a:cubicBezTo>
                      <a:pt x="426" y="18"/>
                      <a:pt x="426" y="9"/>
                      <a:pt x="426" y="0"/>
                    </a:cubicBezTo>
                    <a:cubicBezTo>
                      <a:pt x="406" y="0"/>
                      <a:pt x="381" y="2"/>
                      <a:pt x="361" y="2"/>
                    </a:cubicBezTo>
                    <a:cubicBezTo>
                      <a:pt x="344" y="2"/>
                      <a:pt x="304" y="0"/>
                      <a:pt x="285" y="0"/>
                    </a:cubicBezTo>
                    <a:cubicBezTo>
                      <a:pt x="285" y="9"/>
                      <a:pt x="285" y="18"/>
                      <a:pt x="285" y="27"/>
                    </a:cubicBezTo>
                    <a:cubicBezTo>
                      <a:pt x="312" y="27"/>
                      <a:pt x="327" y="42"/>
                      <a:pt x="327" y="64"/>
                    </a:cubicBezTo>
                    <a:cubicBezTo>
                      <a:pt x="327" y="72"/>
                      <a:pt x="324" y="74"/>
                      <a:pt x="322" y="84"/>
                    </a:cubicBezTo>
                    <a:cubicBezTo>
                      <a:pt x="292" y="155"/>
                      <a:pt x="262" y="226"/>
                      <a:pt x="233" y="297"/>
                    </a:cubicBezTo>
                    <a:cubicBezTo>
                      <a:pt x="200" y="219"/>
                      <a:pt x="168" y="142"/>
                      <a:pt x="136" y="64"/>
                    </a:cubicBezTo>
                    <a:cubicBezTo>
                      <a:pt x="133" y="57"/>
                      <a:pt x="131" y="52"/>
                      <a:pt x="131" y="49"/>
                    </a:cubicBezTo>
                    <a:cubicBezTo>
                      <a:pt x="131" y="27"/>
                      <a:pt x="163" y="27"/>
                      <a:pt x="181" y="27"/>
                    </a:cubicBezTo>
                    <a:cubicBezTo>
                      <a:pt x="181" y="18"/>
                      <a:pt x="181" y="9"/>
                      <a:pt x="181" y="0"/>
                    </a:cubicBezTo>
                    <a:cubicBezTo>
                      <a:pt x="156" y="0"/>
                      <a:pt x="99" y="2"/>
                      <a:pt x="84" y="2"/>
                    </a:cubicBezTo>
                    <a:cubicBezTo>
                      <a:pt x="62" y="2"/>
                      <a:pt x="27" y="0"/>
                      <a:pt x="0" y="0"/>
                    </a:cubicBezTo>
                    <a:cubicBezTo>
                      <a:pt x="0" y="9"/>
                      <a:pt x="0" y="18"/>
                      <a:pt x="0" y="27"/>
                    </a:cubicBezTo>
                    <a:cubicBezTo>
                      <a:pt x="42" y="27"/>
                      <a:pt x="59" y="27"/>
                      <a:pt x="71" y="57"/>
                    </a:cubicBezTo>
                    <a:cubicBezTo>
                      <a:pt x="114" y="163"/>
                      <a:pt x="157" y="268"/>
                      <a:pt x="200" y="374"/>
                    </a:cubicBezTo>
                    <a:cubicBezTo>
                      <a:pt x="198" y="386"/>
                      <a:pt x="185" y="413"/>
                      <a:pt x="181" y="426"/>
                    </a:cubicBezTo>
                    <a:cubicBezTo>
                      <a:pt x="161" y="473"/>
                      <a:pt x="136" y="532"/>
                      <a:pt x="81" y="532"/>
                    </a:cubicBezTo>
                    <a:cubicBezTo>
                      <a:pt x="76" y="532"/>
                      <a:pt x="57" y="532"/>
                      <a:pt x="39" y="517"/>
                    </a:cubicBezTo>
                    <a:cubicBezTo>
                      <a:pt x="67" y="512"/>
                      <a:pt x="74" y="495"/>
                      <a:pt x="74" y="480"/>
                    </a:cubicBezTo>
                    <a:cubicBezTo>
                      <a:pt x="74" y="458"/>
                      <a:pt x="57" y="443"/>
                      <a:pt x="37" y="443"/>
                    </a:cubicBezTo>
                    <a:cubicBezTo>
                      <a:pt x="19" y="443"/>
                      <a:pt x="0" y="455"/>
                      <a:pt x="0" y="480"/>
                    </a:cubicBezTo>
                    <a:cubicBezTo>
                      <a:pt x="0" y="520"/>
                      <a:pt x="37" y="552"/>
                      <a:pt x="81" y="552"/>
                    </a:cubicBezTo>
                    <a:cubicBezTo>
                      <a:pt x="136" y="552"/>
                      <a:pt x="171" y="502"/>
                      <a:pt x="193" y="453"/>
                    </a:cubicBezTo>
                    <a:cubicBezTo>
                      <a:pt x="243" y="329"/>
                      <a:pt x="294" y="205"/>
                      <a:pt x="344" y="8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4" name="CustomShape 19"/>
              <p:cNvSpPr/>
              <p:nvPr/>
            </p:nvSpPr>
            <p:spPr>
              <a:xfrm>
                <a:off x="6082560" y="3574080"/>
                <a:ext cx="120240" cy="142560"/>
              </a:xfrm>
              <a:custGeom>
                <a:avLst/>
                <a:gdLst/>
                <a:ahLst/>
                <a:rect l="l" t="t" r="r" b="b"/>
                <a:pathLst>
                  <a:path w="338" h="400">
                    <a:moveTo>
                      <a:pt x="74" y="171"/>
                    </a:moveTo>
                    <a:cubicBezTo>
                      <a:pt x="79" y="40"/>
                      <a:pt x="151" y="20"/>
                      <a:pt x="181" y="20"/>
                    </a:cubicBezTo>
                    <a:cubicBezTo>
                      <a:pt x="270" y="20"/>
                      <a:pt x="280" y="136"/>
                      <a:pt x="280" y="171"/>
                    </a:cubicBezTo>
                    <a:cubicBezTo>
                      <a:pt x="212" y="171"/>
                      <a:pt x="143" y="171"/>
                      <a:pt x="74" y="171"/>
                    </a:cubicBezTo>
                    <a:moveTo>
                      <a:pt x="72" y="188"/>
                    </a:moveTo>
                    <a:cubicBezTo>
                      <a:pt x="153" y="188"/>
                      <a:pt x="234" y="188"/>
                      <a:pt x="315" y="188"/>
                    </a:cubicBezTo>
                    <a:cubicBezTo>
                      <a:pt x="335" y="188"/>
                      <a:pt x="337" y="188"/>
                      <a:pt x="337" y="171"/>
                    </a:cubicBezTo>
                    <a:cubicBezTo>
                      <a:pt x="337" y="84"/>
                      <a:pt x="290" y="0"/>
                      <a:pt x="181" y="0"/>
                    </a:cubicBezTo>
                    <a:cubicBezTo>
                      <a:pt x="79" y="0"/>
                      <a:pt x="0" y="89"/>
                      <a:pt x="0" y="198"/>
                    </a:cubicBezTo>
                    <a:cubicBezTo>
                      <a:pt x="0" y="314"/>
                      <a:pt x="92" y="399"/>
                      <a:pt x="191" y="399"/>
                    </a:cubicBezTo>
                    <a:cubicBezTo>
                      <a:pt x="297" y="399"/>
                      <a:pt x="337" y="302"/>
                      <a:pt x="337" y="285"/>
                    </a:cubicBezTo>
                    <a:cubicBezTo>
                      <a:pt x="337" y="277"/>
                      <a:pt x="330" y="275"/>
                      <a:pt x="325" y="275"/>
                    </a:cubicBezTo>
                    <a:cubicBezTo>
                      <a:pt x="317" y="275"/>
                      <a:pt x="317" y="280"/>
                      <a:pt x="315" y="287"/>
                    </a:cubicBezTo>
                    <a:cubicBezTo>
                      <a:pt x="285" y="376"/>
                      <a:pt x="206" y="376"/>
                      <a:pt x="196" y="376"/>
                    </a:cubicBezTo>
                    <a:cubicBezTo>
                      <a:pt x="154" y="376"/>
                      <a:pt x="119" y="352"/>
                      <a:pt x="99" y="319"/>
                    </a:cubicBezTo>
                    <a:cubicBezTo>
                      <a:pt x="72" y="277"/>
                      <a:pt x="72" y="220"/>
                      <a:pt x="72" y="188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5" name="CustomShape 20"/>
              <p:cNvSpPr/>
              <p:nvPr/>
            </p:nvSpPr>
            <p:spPr>
              <a:xfrm>
                <a:off x="6223680" y="3496680"/>
                <a:ext cx="154080" cy="219960"/>
              </a:xfrm>
              <a:custGeom>
                <a:avLst/>
                <a:gdLst/>
                <a:ahLst/>
                <a:rect l="l" t="t" r="r" b="b"/>
                <a:pathLst>
                  <a:path w="432" h="615">
                    <a:moveTo>
                      <a:pt x="302" y="557"/>
                    </a:moveTo>
                    <a:cubicBezTo>
                      <a:pt x="302" y="576"/>
                      <a:pt x="302" y="595"/>
                      <a:pt x="302" y="614"/>
                    </a:cubicBezTo>
                    <a:cubicBezTo>
                      <a:pt x="345" y="610"/>
                      <a:pt x="388" y="607"/>
                      <a:pt x="431" y="604"/>
                    </a:cubicBezTo>
                    <a:cubicBezTo>
                      <a:pt x="431" y="595"/>
                      <a:pt x="431" y="586"/>
                      <a:pt x="431" y="576"/>
                    </a:cubicBezTo>
                    <a:cubicBezTo>
                      <a:pt x="369" y="576"/>
                      <a:pt x="361" y="572"/>
                      <a:pt x="361" y="527"/>
                    </a:cubicBezTo>
                    <a:cubicBezTo>
                      <a:pt x="361" y="351"/>
                      <a:pt x="361" y="176"/>
                      <a:pt x="361" y="0"/>
                    </a:cubicBezTo>
                    <a:cubicBezTo>
                      <a:pt x="320" y="3"/>
                      <a:pt x="279" y="6"/>
                      <a:pt x="237" y="10"/>
                    </a:cubicBezTo>
                    <a:cubicBezTo>
                      <a:pt x="237" y="19"/>
                      <a:pt x="237" y="28"/>
                      <a:pt x="237" y="37"/>
                    </a:cubicBezTo>
                    <a:cubicBezTo>
                      <a:pt x="297" y="37"/>
                      <a:pt x="304" y="44"/>
                      <a:pt x="304" y="86"/>
                    </a:cubicBezTo>
                    <a:cubicBezTo>
                      <a:pt x="304" y="149"/>
                      <a:pt x="304" y="212"/>
                      <a:pt x="304" y="275"/>
                    </a:cubicBezTo>
                    <a:cubicBezTo>
                      <a:pt x="280" y="242"/>
                      <a:pt x="242" y="220"/>
                      <a:pt x="195" y="220"/>
                    </a:cubicBezTo>
                    <a:cubicBezTo>
                      <a:pt x="91" y="220"/>
                      <a:pt x="0" y="304"/>
                      <a:pt x="0" y="418"/>
                    </a:cubicBezTo>
                    <a:cubicBezTo>
                      <a:pt x="0" y="527"/>
                      <a:pt x="86" y="614"/>
                      <a:pt x="185" y="614"/>
                    </a:cubicBezTo>
                    <a:cubicBezTo>
                      <a:pt x="240" y="614"/>
                      <a:pt x="280" y="584"/>
                      <a:pt x="302" y="557"/>
                    </a:cubicBezTo>
                    <a:moveTo>
                      <a:pt x="302" y="324"/>
                    </a:moveTo>
                    <a:cubicBezTo>
                      <a:pt x="302" y="383"/>
                      <a:pt x="302" y="443"/>
                      <a:pt x="302" y="502"/>
                    </a:cubicBezTo>
                    <a:cubicBezTo>
                      <a:pt x="302" y="517"/>
                      <a:pt x="302" y="520"/>
                      <a:pt x="292" y="534"/>
                    </a:cubicBezTo>
                    <a:cubicBezTo>
                      <a:pt x="267" y="574"/>
                      <a:pt x="228" y="594"/>
                      <a:pt x="190" y="594"/>
                    </a:cubicBezTo>
                    <a:cubicBezTo>
                      <a:pt x="151" y="594"/>
                      <a:pt x="119" y="572"/>
                      <a:pt x="99" y="539"/>
                    </a:cubicBezTo>
                    <a:cubicBezTo>
                      <a:pt x="76" y="502"/>
                      <a:pt x="74" y="453"/>
                      <a:pt x="74" y="418"/>
                    </a:cubicBezTo>
                    <a:cubicBezTo>
                      <a:pt x="74" y="386"/>
                      <a:pt x="74" y="334"/>
                      <a:pt x="99" y="294"/>
                    </a:cubicBezTo>
                    <a:cubicBezTo>
                      <a:pt x="119" y="267"/>
                      <a:pt x="151" y="240"/>
                      <a:pt x="198" y="240"/>
                    </a:cubicBezTo>
                    <a:cubicBezTo>
                      <a:pt x="228" y="240"/>
                      <a:pt x="265" y="252"/>
                      <a:pt x="292" y="292"/>
                    </a:cubicBezTo>
                    <a:cubicBezTo>
                      <a:pt x="302" y="307"/>
                      <a:pt x="302" y="307"/>
                      <a:pt x="302" y="324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6" name="CustomShape 21"/>
              <p:cNvSpPr/>
              <p:nvPr/>
            </p:nvSpPr>
            <p:spPr>
              <a:xfrm>
                <a:off x="6405480" y="3479760"/>
                <a:ext cx="71280" cy="311760"/>
              </a:xfrm>
              <a:custGeom>
                <a:avLst/>
                <a:gdLst/>
                <a:ahLst/>
                <a:rect l="l" t="t" r="r" b="b"/>
                <a:pathLst>
                  <a:path w="202" h="870">
                    <a:moveTo>
                      <a:pt x="201" y="433"/>
                    </a:moveTo>
                    <a:cubicBezTo>
                      <a:pt x="201" y="366"/>
                      <a:pt x="191" y="260"/>
                      <a:pt x="144" y="163"/>
                    </a:cubicBezTo>
                    <a:cubicBezTo>
                      <a:pt x="92" y="57"/>
                      <a:pt x="17" y="0"/>
                      <a:pt x="7" y="0"/>
                    </a:cubicBezTo>
                    <a:cubicBezTo>
                      <a:pt x="2" y="0"/>
                      <a:pt x="0" y="2"/>
                      <a:pt x="0" y="7"/>
                    </a:cubicBezTo>
                    <a:cubicBezTo>
                      <a:pt x="0" y="10"/>
                      <a:pt x="0" y="12"/>
                      <a:pt x="15" y="27"/>
                    </a:cubicBezTo>
                    <a:cubicBezTo>
                      <a:pt x="102" y="114"/>
                      <a:pt x="151" y="252"/>
                      <a:pt x="151" y="433"/>
                    </a:cubicBezTo>
                    <a:cubicBezTo>
                      <a:pt x="151" y="581"/>
                      <a:pt x="119" y="735"/>
                      <a:pt x="10" y="844"/>
                    </a:cubicBezTo>
                    <a:cubicBezTo>
                      <a:pt x="0" y="854"/>
                      <a:pt x="0" y="856"/>
                      <a:pt x="0" y="859"/>
                    </a:cubicBezTo>
                    <a:cubicBezTo>
                      <a:pt x="0" y="864"/>
                      <a:pt x="2" y="869"/>
                      <a:pt x="7" y="869"/>
                    </a:cubicBezTo>
                    <a:cubicBezTo>
                      <a:pt x="17" y="869"/>
                      <a:pt x="94" y="809"/>
                      <a:pt x="146" y="698"/>
                    </a:cubicBezTo>
                    <a:cubicBezTo>
                      <a:pt x="191" y="604"/>
                      <a:pt x="201" y="507"/>
                      <a:pt x="201" y="43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7" name="CustomShape 22"/>
              <p:cNvSpPr/>
              <p:nvPr/>
            </p:nvSpPr>
            <p:spPr>
              <a:xfrm>
                <a:off x="6614280" y="3598920"/>
                <a:ext cx="206640" cy="72000"/>
              </a:xfrm>
              <a:custGeom>
                <a:avLst/>
                <a:gdLst/>
                <a:ahLst/>
                <a:rect l="l" t="t" r="r" b="b"/>
                <a:pathLst>
                  <a:path w="578" h="204">
                    <a:moveTo>
                      <a:pt x="547" y="35"/>
                    </a:moveTo>
                    <a:cubicBezTo>
                      <a:pt x="562" y="35"/>
                      <a:pt x="577" y="35"/>
                      <a:pt x="577" y="18"/>
                    </a:cubicBezTo>
                    <a:cubicBezTo>
                      <a:pt x="577" y="0"/>
                      <a:pt x="562" y="0"/>
                      <a:pt x="550" y="0"/>
                    </a:cubicBezTo>
                    <a:cubicBezTo>
                      <a:pt x="376" y="0"/>
                      <a:pt x="201" y="0"/>
                      <a:pt x="27" y="0"/>
                    </a:cubicBezTo>
                    <a:cubicBezTo>
                      <a:pt x="15" y="0"/>
                      <a:pt x="0" y="0"/>
                      <a:pt x="0" y="18"/>
                    </a:cubicBezTo>
                    <a:cubicBezTo>
                      <a:pt x="0" y="35"/>
                      <a:pt x="15" y="35"/>
                      <a:pt x="27" y="35"/>
                    </a:cubicBezTo>
                    <a:cubicBezTo>
                      <a:pt x="200" y="35"/>
                      <a:pt x="374" y="35"/>
                      <a:pt x="547" y="35"/>
                    </a:cubicBezTo>
                    <a:moveTo>
                      <a:pt x="550" y="203"/>
                    </a:moveTo>
                    <a:cubicBezTo>
                      <a:pt x="562" y="203"/>
                      <a:pt x="577" y="203"/>
                      <a:pt x="577" y="186"/>
                    </a:cubicBezTo>
                    <a:cubicBezTo>
                      <a:pt x="577" y="169"/>
                      <a:pt x="562" y="169"/>
                      <a:pt x="547" y="169"/>
                    </a:cubicBezTo>
                    <a:cubicBezTo>
                      <a:pt x="374" y="169"/>
                      <a:pt x="200" y="169"/>
                      <a:pt x="27" y="169"/>
                    </a:cubicBezTo>
                    <a:cubicBezTo>
                      <a:pt x="15" y="169"/>
                      <a:pt x="0" y="169"/>
                      <a:pt x="0" y="186"/>
                    </a:cubicBezTo>
                    <a:cubicBezTo>
                      <a:pt x="0" y="203"/>
                      <a:pt x="15" y="203"/>
                      <a:pt x="27" y="203"/>
                    </a:cubicBezTo>
                    <a:cubicBezTo>
                      <a:pt x="201" y="203"/>
                      <a:pt x="376" y="203"/>
                      <a:pt x="550" y="2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8" name="CustomShape 23"/>
              <p:cNvSpPr/>
              <p:nvPr/>
            </p:nvSpPr>
            <p:spPr>
              <a:xfrm>
                <a:off x="7787880" y="3294360"/>
                <a:ext cx="102600" cy="207360"/>
              </a:xfrm>
              <a:custGeom>
                <a:avLst/>
                <a:gdLst/>
                <a:ahLst/>
                <a:rect l="l" t="t" r="r" b="b"/>
                <a:pathLst>
                  <a:path w="289" h="580">
                    <a:moveTo>
                      <a:pt x="179" y="22"/>
                    </a:moveTo>
                    <a:cubicBezTo>
                      <a:pt x="179" y="2"/>
                      <a:pt x="179" y="0"/>
                      <a:pt x="159" y="0"/>
                    </a:cubicBezTo>
                    <a:cubicBezTo>
                      <a:pt x="104" y="54"/>
                      <a:pt x="27" y="54"/>
                      <a:pt x="0" y="54"/>
                    </a:cubicBezTo>
                    <a:cubicBezTo>
                      <a:pt x="0" y="64"/>
                      <a:pt x="0" y="73"/>
                      <a:pt x="0" y="82"/>
                    </a:cubicBezTo>
                    <a:cubicBezTo>
                      <a:pt x="18" y="82"/>
                      <a:pt x="70" y="82"/>
                      <a:pt x="114" y="59"/>
                    </a:cubicBezTo>
                    <a:cubicBezTo>
                      <a:pt x="114" y="210"/>
                      <a:pt x="114" y="360"/>
                      <a:pt x="114" y="510"/>
                    </a:cubicBezTo>
                    <a:cubicBezTo>
                      <a:pt x="114" y="542"/>
                      <a:pt x="112" y="552"/>
                      <a:pt x="32" y="552"/>
                    </a:cubicBezTo>
                    <a:cubicBezTo>
                      <a:pt x="23" y="552"/>
                      <a:pt x="14" y="552"/>
                      <a:pt x="5" y="552"/>
                    </a:cubicBezTo>
                    <a:cubicBezTo>
                      <a:pt x="5" y="561"/>
                      <a:pt x="5" y="570"/>
                      <a:pt x="5" y="579"/>
                    </a:cubicBezTo>
                    <a:cubicBezTo>
                      <a:pt x="35" y="577"/>
                      <a:pt x="112" y="577"/>
                      <a:pt x="146" y="577"/>
                    </a:cubicBezTo>
                    <a:cubicBezTo>
                      <a:pt x="181" y="577"/>
                      <a:pt x="258" y="577"/>
                      <a:pt x="288" y="579"/>
                    </a:cubicBezTo>
                    <a:cubicBezTo>
                      <a:pt x="288" y="570"/>
                      <a:pt x="288" y="561"/>
                      <a:pt x="288" y="552"/>
                    </a:cubicBezTo>
                    <a:cubicBezTo>
                      <a:pt x="279" y="552"/>
                      <a:pt x="269" y="552"/>
                      <a:pt x="260" y="552"/>
                    </a:cubicBezTo>
                    <a:cubicBezTo>
                      <a:pt x="181" y="552"/>
                      <a:pt x="179" y="542"/>
                      <a:pt x="179" y="510"/>
                    </a:cubicBezTo>
                    <a:cubicBezTo>
                      <a:pt x="179" y="347"/>
                      <a:pt x="179" y="185"/>
                      <a:pt x="179" y="2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9" name="CustomShape 24"/>
              <p:cNvSpPr/>
              <p:nvPr/>
            </p:nvSpPr>
            <p:spPr>
              <a:xfrm>
                <a:off x="6964560" y="3629520"/>
                <a:ext cx="1746360" cy="11160"/>
              </a:xfrm>
              <a:custGeom>
                <a:avLst/>
                <a:gdLst/>
                <a:ahLst/>
                <a:rect l="l" t="t" r="r" b="b"/>
                <a:pathLst>
                  <a:path w="4855" h="35">
                    <a:moveTo>
                      <a:pt x="0" y="0"/>
                    </a:moveTo>
                    <a:cubicBezTo>
                      <a:pt x="1618" y="0"/>
                      <a:pt x="3236" y="0"/>
                      <a:pt x="4854" y="0"/>
                    </a:cubicBezTo>
                    <a:cubicBezTo>
                      <a:pt x="4854" y="11"/>
                      <a:pt x="4854" y="23"/>
                      <a:pt x="4854" y="34"/>
                    </a:cubicBezTo>
                    <a:cubicBezTo>
                      <a:pt x="3236" y="34"/>
                      <a:pt x="1618" y="34"/>
                      <a:pt x="0" y="34"/>
                    </a:cubicBezTo>
                    <a:cubicBezTo>
                      <a:pt x="0" y="23"/>
                      <a:pt x="0" y="11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0" name="CustomShape 25"/>
              <p:cNvSpPr/>
              <p:nvPr/>
            </p:nvSpPr>
            <p:spPr>
              <a:xfrm>
                <a:off x="6992280" y="3725640"/>
                <a:ext cx="102600" cy="207360"/>
              </a:xfrm>
              <a:custGeom>
                <a:avLst/>
                <a:gdLst/>
                <a:ahLst/>
                <a:rect l="l" t="t" r="r" b="b"/>
                <a:pathLst>
                  <a:path w="289" h="580">
                    <a:moveTo>
                      <a:pt x="179" y="22"/>
                    </a:moveTo>
                    <a:cubicBezTo>
                      <a:pt x="179" y="2"/>
                      <a:pt x="179" y="0"/>
                      <a:pt x="159" y="0"/>
                    </a:cubicBezTo>
                    <a:cubicBezTo>
                      <a:pt x="104" y="57"/>
                      <a:pt x="28" y="57"/>
                      <a:pt x="0" y="57"/>
                    </a:cubicBezTo>
                    <a:cubicBezTo>
                      <a:pt x="0" y="66"/>
                      <a:pt x="0" y="75"/>
                      <a:pt x="0" y="84"/>
                    </a:cubicBezTo>
                    <a:cubicBezTo>
                      <a:pt x="18" y="84"/>
                      <a:pt x="70" y="84"/>
                      <a:pt x="114" y="59"/>
                    </a:cubicBezTo>
                    <a:cubicBezTo>
                      <a:pt x="114" y="209"/>
                      <a:pt x="114" y="360"/>
                      <a:pt x="114" y="510"/>
                    </a:cubicBezTo>
                    <a:cubicBezTo>
                      <a:pt x="114" y="542"/>
                      <a:pt x="112" y="552"/>
                      <a:pt x="35" y="552"/>
                    </a:cubicBezTo>
                    <a:cubicBezTo>
                      <a:pt x="25" y="552"/>
                      <a:pt x="15" y="552"/>
                      <a:pt x="5" y="552"/>
                    </a:cubicBezTo>
                    <a:cubicBezTo>
                      <a:pt x="5" y="561"/>
                      <a:pt x="5" y="570"/>
                      <a:pt x="5" y="579"/>
                    </a:cubicBezTo>
                    <a:cubicBezTo>
                      <a:pt x="37" y="577"/>
                      <a:pt x="112" y="577"/>
                      <a:pt x="146" y="577"/>
                    </a:cubicBezTo>
                    <a:cubicBezTo>
                      <a:pt x="181" y="577"/>
                      <a:pt x="258" y="577"/>
                      <a:pt x="288" y="579"/>
                    </a:cubicBezTo>
                    <a:cubicBezTo>
                      <a:pt x="288" y="570"/>
                      <a:pt x="288" y="561"/>
                      <a:pt x="288" y="552"/>
                    </a:cubicBezTo>
                    <a:cubicBezTo>
                      <a:pt x="279" y="552"/>
                      <a:pt x="269" y="552"/>
                      <a:pt x="260" y="552"/>
                    </a:cubicBezTo>
                    <a:cubicBezTo>
                      <a:pt x="181" y="552"/>
                      <a:pt x="179" y="542"/>
                      <a:pt x="179" y="510"/>
                    </a:cubicBezTo>
                    <a:cubicBezTo>
                      <a:pt x="179" y="347"/>
                      <a:pt x="179" y="185"/>
                      <a:pt x="179" y="2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1" name="CustomShape 26"/>
              <p:cNvSpPr/>
              <p:nvPr/>
            </p:nvSpPr>
            <p:spPr>
              <a:xfrm>
                <a:off x="7208280" y="3751560"/>
                <a:ext cx="207720" cy="207360"/>
              </a:xfrm>
              <a:custGeom>
                <a:avLst/>
                <a:gdLst/>
                <a:ahLst/>
                <a:rect l="l" t="t" r="r" b="b"/>
                <a:pathLst>
                  <a:path w="581" h="580">
                    <a:moveTo>
                      <a:pt x="307" y="307"/>
                    </a:moveTo>
                    <a:cubicBezTo>
                      <a:pt x="388" y="307"/>
                      <a:pt x="469" y="307"/>
                      <a:pt x="550" y="307"/>
                    </a:cubicBezTo>
                    <a:cubicBezTo>
                      <a:pt x="562" y="307"/>
                      <a:pt x="580" y="307"/>
                      <a:pt x="580" y="289"/>
                    </a:cubicBezTo>
                    <a:cubicBezTo>
                      <a:pt x="580" y="272"/>
                      <a:pt x="562" y="272"/>
                      <a:pt x="550" y="272"/>
                    </a:cubicBezTo>
                    <a:cubicBezTo>
                      <a:pt x="469" y="272"/>
                      <a:pt x="388" y="272"/>
                      <a:pt x="307" y="272"/>
                    </a:cubicBezTo>
                    <a:cubicBezTo>
                      <a:pt x="307" y="191"/>
                      <a:pt x="307" y="110"/>
                      <a:pt x="307" y="29"/>
                    </a:cubicBezTo>
                    <a:cubicBezTo>
                      <a:pt x="307" y="17"/>
                      <a:pt x="307" y="0"/>
                      <a:pt x="290" y="0"/>
                    </a:cubicBezTo>
                    <a:cubicBezTo>
                      <a:pt x="272" y="0"/>
                      <a:pt x="272" y="17"/>
                      <a:pt x="272" y="29"/>
                    </a:cubicBezTo>
                    <a:cubicBezTo>
                      <a:pt x="272" y="110"/>
                      <a:pt x="272" y="191"/>
                      <a:pt x="272" y="272"/>
                    </a:cubicBezTo>
                    <a:cubicBezTo>
                      <a:pt x="191" y="272"/>
                      <a:pt x="110" y="272"/>
                      <a:pt x="30" y="272"/>
                    </a:cubicBezTo>
                    <a:cubicBezTo>
                      <a:pt x="17" y="272"/>
                      <a:pt x="0" y="272"/>
                      <a:pt x="0" y="289"/>
                    </a:cubicBezTo>
                    <a:cubicBezTo>
                      <a:pt x="0" y="307"/>
                      <a:pt x="17" y="307"/>
                      <a:pt x="30" y="307"/>
                    </a:cubicBezTo>
                    <a:cubicBezTo>
                      <a:pt x="110" y="307"/>
                      <a:pt x="191" y="307"/>
                      <a:pt x="272" y="307"/>
                    </a:cubicBezTo>
                    <a:cubicBezTo>
                      <a:pt x="272" y="387"/>
                      <a:pt x="272" y="468"/>
                      <a:pt x="272" y="549"/>
                    </a:cubicBezTo>
                    <a:cubicBezTo>
                      <a:pt x="272" y="561"/>
                      <a:pt x="272" y="579"/>
                      <a:pt x="290" y="579"/>
                    </a:cubicBezTo>
                    <a:cubicBezTo>
                      <a:pt x="307" y="579"/>
                      <a:pt x="307" y="561"/>
                      <a:pt x="307" y="549"/>
                    </a:cubicBezTo>
                    <a:cubicBezTo>
                      <a:pt x="307" y="468"/>
                      <a:pt x="307" y="387"/>
                      <a:pt x="307" y="307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2" name="CustomShape 27"/>
              <p:cNvSpPr/>
              <p:nvPr/>
            </p:nvSpPr>
            <p:spPr>
              <a:xfrm>
                <a:off x="7518600" y="3795840"/>
                <a:ext cx="119160" cy="140760"/>
              </a:xfrm>
              <a:custGeom>
                <a:avLst/>
                <a:gdLst/>
                <a:ahLst/>
                <a:rect l="l" t="t" r="r" b="b"/>
                <a:pathLst>
                  <a:path w="335" h="395">
                    <a:moveTo>
                      <a:pt x="124" y="184"/>
                    </a:moveTo>
                    <a:cubicBezTo>
                      <a:pt x="149" y="184"/>
                      <a:pt x="213" y="181"/>
                      <a:pt x="258" y="164"/>
                    </a:cubicBezTo>
                    <a:cubicBezTo>
                      <a:pt x="317" y="137"/>
                      <a:pt x="322" y="87"/>
                      <a:pt x="322" y="75"/>
                    </a:cubicBezTo>
                    <a:cubicBezTo>
                      <a:pt x="322" y="35"/>
                      <a:pt x="290" y="0"/>
                      <a:pt x="228" y="0"/>
                    </a:cubicBezTo>
                    <a:cubicBezTo>
                      <a:pt x="131" y="0"/>
                      <a:pt x="0" y="85"/>
                      <a:pt x="0" y="236"/>
                    </a:cubicBezTo>
                    <a:cubicBezTo>
                      <a:pt x="0" y="325"/>
                      <a:pt x="52" y="394"/>
                      <a:pt x="136" y="394"/>
                    </a:cubicBezTo>
                    <a:cubicBezTo>
                      <a:pt x="263" y="394"/>
                      <a:pt x="334" y="302"/>
                      <a:pt x="334" y="290"/>
                    </a:cubicBezTo>
                    <a:cubicBezTo>
                      <a:pt x="334" y="285"/>
                      <a:pt x="330" y="280"/>
                      <a:pt x="325" y="280"/>
                    </a:cubicBezTo>
                    <a:cubicBezTo>
                      <a:pt x="320" y="280"/>
                      <a:pt x="317" y="280"/>
                      <a:pt x="312" y="288"/>
                    </a:cubicBezTo>
                    <a:cubicBezTo>
                      <a:pt x="245" y="374"/>
                      <a:pt x="149" y="374"/>
                      <a:pt x="139" y="374"/>
                    </a:cubicBezTo>
                    <a:cubicBezTo>
                      <a:pt x="72" y="374"/>
                      <a:pt x="62" y="302"/>
                      <a:pt x="62" y="273"/>
                    </a:cubicBezTo>
                    <a:cubicBezTo>
                      <a:pt x="62" y="263"/>
                      <a:pt x="64" y="236"/>
                      <a:pt x="77" y="184"/>
                    </a:cubicBezTo>
                    <a:cubicBezTo>
                      <a:pt x="93" y="184"/>
                      <a:pt x="108" y="184"/>
                      <a:pt x="124" y="184"/>
                    </a:cubicBezTo>
                    <a:moveTo>
                      <a:pt x="82" y="164"/>
                    </a:moveTo>
                    <a:cubicBezTo>
                      <a:pt x="116" y="33"/>
                      <a:pt x="206" y="20"/>
                      <a:pt x="228" y="20"/>
                    </a:cubicBezTo>
                    <a:cubicBezTo>
                      <a:pt x="270" y="20"/>
                      <a:pt x="292" y="45"/>
                      <a:pt x="292" y="75"/>
                    </a:cubicBezTo>
                    <a:cubicBezTo>
                      <a:pt x="292" y="164"/>
                      <a:pt x="154" y="164"/>
                      <a:pt x="119" y="164"/>
                    </a:cubicBezTo>
                    <a:cubicBezTo>
                      <a:pt x="107" y="164"/>
                      <a:pt x="94" y="164"/>
                      <a:pt x="82" y="164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3" name="CustomShape 28"/>
              <p:cNvSpPr/>
              <p:nvPr/>
            </p:nvSpPr>
            <p:spPr>
              <a:xfrm>
                <a:off x="7673760" y="3783600"/>
                <a:ext cx="146880" cy="9360"/>
              </a:xfrm>
              <a:custGeom>
                <a:avLst/>
                <a:gdLst/>
                <a:ahLst/>
                <a:rect l="l" t="t" r="r" b="b"/>
                <a:pathLst>
                  <a:path w="412" h="30">
                    <a:moveTo>
                      <a:pt x="389" y="29"/>
                    </a:moveTo>
                    <a:cubicBezTo>
                      <a:pt x="399" y="29"/>
                      <a:pt x="411" y="29"/>
                      <a:pt x="411" y="15"/>
                    </a:cubicBezTo>
                    <a:cubicBezTo>
                      <a:pt x="411" y="0"/>
                      <a:pt x="399" y="0"/>
                      <a:pt x="389" y="0"/>
                    </a:cubicBezTo>
                    <a:cubicBezTo>
                      <a:pt x="268" y="0"/>
                      <a:pt x="146" y="0"/>
                      <a:pt x="25" y="0"/>
                    </a:cubicBezTo>
                    <a:cubicBezTo>
                      <a:pt x="15" y="0"/>
                      <a:pt x="0" y="0"/>
                      <a:pt x="0" y="15"/>
                    </a:cubicBezTo>
                    <a:cubicBezTo>
                      <a:pt x="0" y="29"/>
                      <a:pt x="15" y="29"/>
                      <a:pt x="25" y="29"/>
                    </a:cubicBezTo>
                    <a:cubicBezTo>
                      <a:pt x="146" y="29"/>
                      <a:pt x="268" y="29"/>
                      <a:pt x="389" y="2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4" name="CustomShape 29"/>
              <p:cNvSpPr/>
              <p:nvPr/>
            </p:nvSpPr>
            <p:spPr>
              <a:xfrm>
                <a:off x="7856640" y="3688920"/>
                <a:ext cx="127440" cy="195840"/>
              </a:xfrm>
              <a:custGeom>
                <a:avLst/>
                <a:gdLst/>
                <a:ahLst/>
                <a:rect l="l" t="t" r="r" b="b"/>
                <a:pathLst>
                  <a:path w="358" h="548">
                    <a:moveTo>
                      <a:pt x="357" y="87"/>
                    </a:moveTo>
                    <a:cubicBezTo>
                      <a:pt x="357" y="33"/>
                      <a:pt x="310" y="0"/>
                      <a:pt x="258" y="0"/>
                    </a:cubicBezTo>
                    <a:cubicBezTo>
                      <a:pt x="173" y="0"/>
                      <a:pt x="112" y="97"/>
                      <a:pt x="97" y="159"/>
                    </a:cubicBezTo>
                    <a:cubicBezTo>
                      <a:pt x="64" y="286"/>
                      <a:pt x="32" y="413"/>
                      <a:pt x="0" y="540"/>
                    </a:cubicBezTo>
                    <a:cubicBezTo>
                      <a:pt x="0" y="545"/>
                      <a:pt x="5" y="547"/>
                      <a:pt x="10" y="547"/>
                    </a:cubicBezTo>
                    <a:cubicBezTo>
                      <a:pt x="15" y="547"/>
                      <a:pt x="20" y="547"/>
                      <a:pt x="20" y="542"/>
                    </a:cubicBezTo>
                    <a:cubicBezTo>
                      <a:pt x="34" y="489"/>
                      <a:pt x="48" y="435"/>
                      <a:pt x="62" y="382"/>
                    </a:cubicBezTo>
                    <a:cubicBezTo>
                      <a:pt x="74" y="409"/>
                      <a:pt x="104" y="436"/>
                      <a:pt x="154" y="436"/>
                    </a:cubicBezTo>
                    <a:cubicBezTo>
                      <a:pt x="238" y="436"/>
                      <a:pt x="334" y="374"/>
                      <a:pt x="334" y="280"/>
                    </a:cubicBezTo>
                    <a:cubicBezTo>
                      <a:pt x="334" y="245"/>
                      <a:pt x="317" y="208"/>
                      <a:pt x="287" y="189"/>
                    </a:cubicBezTo>
                    <a:cubicBezTo>
                      <a:pt x="317" y="169"/>
                      <a:pt x="357" y="134"/>
                      <a:pt x="357" y="87"/>
                    </a:cubicBezTo>
                    <a:moveTo>
                      <a:pt x="235" y="189"/>
                    </a:moveTo>
                    <a:cubicBezTo>
                      <a:pt x="228" y="191"/>
                      <a:pt x="223" y="193"/>
                      <a:pt x="206" y="193"/>
                    </a:cubicBezTo>
                    <a:cubicBezTo>
                      <a:pt x="196" y="193"/>
                      <a:pt x="181" y="191"/>
                      <a:pt x="176" y="189"/>
                    </a:cubicBezTo>
                    <a:cubicBezTo>
                      <a:pt x="183" y="186"/>
                      <a:pt x="198" y="186"/>
                      <a:pt x="206" y="186"/>
                    </a:cubicBezTo>
                    <a:cubicBezTo>
                      <a:pt x="213" y="186"/>
                      <a:pt x="228" y="186"/>
                      <a:pt x="235" y="189"/>
                    </a:cubicBezTo>
                    <a:moveTo>
                      <a:pt x="317" y="75"/>
                    </a:moveTo>
                    <a:cubicBezTo>
                      <a:pt x="317" y="107"/>
                      <a:pt x="300" y="154"/>
                      <a:pt x="263" y="176"/>
                    </a:cubicBezTo>
                    <a:cubicBezTo>
                      <a:pt x="250" y="171"/>
                      <a:pt x="240" y="169"/>
                      <a:pt x="206" y="169"/>
                    </a:cubicBezTo>
                    <a:cubicBezTo>
                      <a:pt x="183" y="169"/>
                      <a:pt x="154" y="169"/>
                      <a:pt x="154" y="191"/>
                    </a:cubicBezTo>
                    <a:cubicBezTo>
                      <a:pt x="154" y="206"/>
                      <a:pt x="173" y="208"/>
                      <a:pt x="203" y="208"/>
                    </a:cubicBezTo>
                    <a:cubicBezTo>
                      <a:pt x="225" y="208"/>
                      <a:pt x="243" y="206"/>
                      <a:pt x="263" y="201"/>
                    </a:cubicBezTo>
                    <a:cubicBezTo>
                      <a:pt x="280" y="213"/>
                      <a:pt x="290" y="238"/>
                      <a:pt x="290" y="265"/>
                    </a:cubicBezTo>
                    <a:cubicBezTo>
                      <a:pt x="290" y="352"/>
                      <a:pt x="230" y="419"/>
                      <a:pt x="156" y="419"/>
                    </a:cubicBezTo>
                    <a:cubicBezTo>
                      <a:pt x="109" y="419"/>
                      <a:pt x="74" y="389"/>
                      <a:pt x="74" y="342"/>
                    </a:cubicBezTo>
                    <a:cubicBezTo>
                      <a:pt x="74" y="335"/>
                      <a:pt x="74" y="330"/>
                      <a:pt x="77" y="325"/>
                    </a:cubicBezTo>
                    <a:cubicBezTo>
                      <a:pt x="90" y="270"/>
                      <a:pt x="103" y="216"/>
                      <a:pt x="116" y="161"/>
                    </a:cubicBezTo>
                    <a:cubicBezTo>
                      <a:pt x="131" y="104"/>
                      <a:pt x="186" y="18"/>
                      <a:pt x="255" y="18"/>
                    </a:cubicBezTo>
                    <a:cubicBezTo>
                      <a:pt x="292" y="18"/>
                      <a:pt x="317" y="38"/>
                      <a:pt x="317" y="75"/>
                    </a:cubicBezTo>
                    <a:close/>
                  </a:path>
                </a:pathLst>
              </a:custGeom>
              <a:solidFill>
                <a:srgbClr val="000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5" name="CustomShape 30"/>
              <p:cNvSpPr/>
              <p:nvPr/>
            </p:nvSpPr>
            <p:spPr>
              <a:xfrm>
                <a:off x="8024400" y="3679200"/>
                <a:ext cx="55800" cy="218160"/>
              </a:xfrm>
              <a:custGeom>
                <a:avLst/>
                <a:gdLst/>
                <a:ahLst/>
                <a:rect l="l" t="t" r="r" b="b"/>
                <a:pathLst>
                  <a:path w="159" h="610">
                    <a:moveTo>
                      <a:pt x="148" y="0"/>
                    </a:moveTo>
                    <a:cubicBezTo>
                      <a:pt x="32" y="82"/>
                      <a:pt x="0" y="211"/>
                      <a:pt x="0" y="305"/>
                    </a:cubicBezTo>
                    <a:cubicBezTo>
                      <a:pt x="0" y="391"/>
                      <a:pt x="27" y="522"/>
                      <a:pt x="148" y="609"/>
                    </a:cubicBezTo>
                    <a:cubicBezTo>
                      <a:pt x="151" y="609"/>
                      <a:pt x="158" y="609"/>
                      <a:pt x="158" y="602"/>
                    </a:cubicBezTo>
                    <a:cubicBezTo>
                      <a:pt x="158" y="597"/>
                      <a:pt x="158" y="597"/>
                      <a:pt x="153" y="592"/>
                    </a:cubicBezTo>
                    <a:cubicBezTo>
                      <a:pt x="72" y="520"/>
                      <a:pt x="42" y="416"/>
                      <a:pt x="42" y="305"/>
                    </a:cubicBezTo>
                    <a:cubicBezTo>
                      <a:pt x="42" y="141"/>
                      <a:pt x="106" y="60"/>
                      <a:pt x="156" y="15"/>
                    </a:cubicBezTo>
                    <a:cubicBezTo>
                      <a:pt x="158" y="13"/>
                      <a:pt x="158" y="13"/>
                      <a:pt x="158" y="8"/>
                    </a:cubicBezTo>
                    <a:cubicBezTo>
                      <a:pt x="158" y="0"/>
                      <a:pt x="151" y="0"/>
                      <a:pt x="14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6" name="CustomShape 31"/>
              <p:cNvSpPr/>
              <p:nvPr/>
            </p:nvSpPr>
            <p:spPr>
              <a:xfrm>
                <a:off x="8108280" y="3746880"/>
                <a:ext cx="115560" cy="97920"/>
              </a:xfrm>
              <a:custGeom>
                <a:avLst/>
                <a:gdLst/>
                <a:ahLst/>
                <a:rect l="l" t="t" r="r" b="b"/>
                <a:pathLst>
                  <a:path w="325" h="276">
                    <a:moveTo>
                      <a:pt x="121" y="206"/>
                    </a:moveTo>
                    <a:cubicBezTo>
                      <a:pt x="116" y="226"/>
                      <a:pt x="96" y="258"/>
                      <a:pt x="64" y="258"/>
                    </a:cubicBezTo>
                    <a:cubicBezTo>
                      <a:pt x="62" y="258"/>
                      <a:pt x="44" y="258"/>
                      <a:pt x="32" y="250"/>
                    </a:cubicBezTo>
                    <a:cubicBezTo>
                      <a:pt x="57" y="240"/>
                      <a:pt x="59" y="221"/>
                      <a:pt x="59" y="216"/>
                    </a:cubicBezTo>
                    <a:cubicBezTo>
                      <a:pt x="59" y="203"/>
                      <a:pt x="49" y="193"/>
                      <a:pt x="34" y="193"/>
                    </a:cubicBezTo>
                    <a:cubicBezTo>
                      <a:pt x="17" y="193"/>
                      <a:pt x="0" y="208"/>
                      <a:pt x="0" y="230"/>
                    </a:cubicBezTo>
                    <a:cubicBezTo>
                      <a:pt x="0" y="260"/>
                      <a:pt x="34" y="275"/>
                      <a:pt x="64" y="275"/>
                    </a:cubicBezTo>
                    <a:cubicBezTo>
                      <a:pt x="91" y="275"/>
                      <a:pt x="116" y="258"/>
                      <a:pt x="131" y="233"/>
                    </a:cubicBezTo>
                    <a:cubicBezTo>
                      <a:pt x="146" y="265"/>
                      <a:pt x="181" y="275"/>
                      <a:pt x="203" y="275"/>
                    </a:cubicBezTo>
                    <a:cubicBezTo>
                      <a:pt x="275" y="275"/>
                      <a:pt x="312" y="198"/>
                      <a:pt x="312" y="181"/>
                    </a:cubicBezTo>
                    <a:cubicBezTo>
                      <a:pt x="312" y="174"/>
                      <a:pt x="304" y="174"/>
                      <a:pt x="302" y="174"/>
                    </a:cubicBezTo>
                    <a:cubicBezTo>
                      <a:pt x="292" y="174"/>
                      <a:pt x="292" y="176"/>
                      <a:pt x="290" y="183"/>
                    </a:cubicBezTo>
                    <a:cubicBezTo>
                      <a:pt x="277" y="226"/>
                      <a:pt x="240" y="258"/>
                      <a:pt x="205" y="258"/>
                    </a:cubicBezTo>
                    <a:cubicBezTo>
                      <a:pt x="183" y="258"/>
                      <a:pt x="168" y="240"/>
                      <a:pt x="168" y="218"/>
                    </a:cubicBezTo>
                    <a:cubicBezTo>
                      <a:pt x="168" y="203"/>
                      <a:pt x="183" y="146"/>
                      <a:pt x="200" y="79"/>
                    </a:cubicBezTo>
                    <a:cubicBezTo>
                      <a:pt x="213" y="32"/>
                      <a:pt x="240" y="18"/>
                      <a:pt x="260" y="18"/>
                    </a:cubicBezTo>
                    <a:cubicBezTo>
                      <a:pt x="262" y="18"/>
                      <a:pt x="280" y="18"/>
                      <a:pt x="295" y="28"/>
                    </a:cubicBezTo>
                    <a:cubicBezTo>
                      <a:pt x="275" y="32"/>
                      <a:pt x="267" y="50"/>
                      <a:pt x="267" y="60"/>
                    </a:cubicBezTo>
                    <a:cubicBezTo>
                      <a:pt x="267" y="72"/>
                      <a:pt x="278" y="82"/>
                      <a:pt x="292" y="82"/>
                    </a:cubicBezTo>
                    <a:cubicBezTo>
                      <a:pt x="306" y="82"/>
                      <a:pt x="324" y="70"/>
                      <a:pt x="324" y="45"/>
                    </a:cubicBezTo>
                    <a:cubicBezTo>
                      <a:pt x="324" y="10"/>
                      <a:pt x="287" y="0"/>
                      <a:pt x="262" y="0"/>
                    </a:cubicBezTo>
                    <a:cubicBezTo>
                      <a:pt x="233" y="0"/>
                      <a:pt x="208" y="20"/>
                      <a:pt x="193" y="45"/>
                    </a:cubicBezTo>
                    <a:cubicBezTo>
                      <a:pt x="183" y="20"/>
                      <a:pt x="156" y="0"/>
                      <a:pt x="121" y="0"/>
                    </a:cubicBezTo>
                    <a:cubicBezTo>
                      <a:pt x="52" y="0"/>
                      <a:pt x="12" y="75"/>
                      <a:pt x="12" y="94"/>
                    </a:cubicBezTo>
                    <a:cubicBezTo>
                      <a:pt x="12" y="102"/>
                      <a:pt x="22" y="102"/>
                      <a:pt x="24" y="102"/>
                    </a:cubicBezTo>
                    <a:cubicBezTo>
                      <a:pt x="32" y="102"/>
                      <a:pt x="32" y="99"/>
                      <a:pt x="34" y="92"/>
                    </a:cubicBezTo>
                    <a:cubicBezTo>
                      <a:pt x="49" y="45"/>
                      <a:pt x="89" y="18"/>
                      <a:pt x="119" y="18"/>
                    </a:cubicBezTo>
                    <a:cubicBezTo>
                      <a:pt x="138" y="18"/>
                      <a:pt x="156" y="30"/>
                      <a:pt x="156" y="57"/>
                    </a:cubicBezTo>
                    <a:cubicBezTo>
                      <a:pt x="156" y="70"/>
                      <a:pt x="148" y="102"/>
                      <a:pt x="143" y="122"/>
                    </a:cubicBezTo>
                    <a:cubicBezTo>
                      <a:pt x="136" y="150"/>
                      <a:pt x="129" y="178"/>
                      <a:pt x="121" y="206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7" name="CustomShape 32"/>
              <p:cNvSpPr/>
              <p:nvPr/>
            </p:nvSpPr>
            <p:spPr>
              <a:xfrm>
                <a:off x="8263440" y="3783600"/>
                <a:ext cx="146880" cy="9360"/>
              </a:xfrm>
              <a:custGeom>
                <a:avLst/>
                <a:gdLst/>
                <a:ahLst/>
                <a:rect l="l" t="t" r="r" b="b"/>
                <a:pathLst>
                  <a:path w="412" h="30">
                    <a:moveTo>
                      <a:pt x="386" y="29"/>
                    </a:moveTo>
                    <a:cubicBezTo>
                      <a:pt x="396" y="29"/>
                      <a:pt x="411" y="29"/>
                      <a:pt x="411" y="15"/>
                    </a:cubicBezTo>
                    <a:cubicBezTo>
                      <a:pt x="411" y="0"/>
                      <a:pt x="399" y="0"/>
                      <a:pt x="386" y="0"/>
                    </a:cubicBezTo>
                    <a:cubicBezTo>
                      <a:pt x="266" y="0"/>
                      <a:pt x="145" y="0"/>
                      <a:pt x="25" y="0"/>
                    </a:cubicBezTo>
                    <a:cubicBezTo>
                      <a:pt x="15" y="0"/>
                      <a:pt x="0" y="0"/>
                      <a:pt x="0" y="15"/>
                    </a:cubicBezTo>
                    <a:cubicBezTo>
                      <a:pt x="0" y="29"/>
                      <a:pt x="15" y="29"/>
                      <a:pt x="25" y="29"/>
                    </a:cubicBezTo>
                    <a:cubicBezTo>
                      <a:pt x="145" y="29"/>
                      <a:pt x="266" y="29"/>
                      <a:pt x="386" y="2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8" name="CustomShape 33"/>
              <p:cNvSpPr/>
              <p:nvPr/>
            </p:nvSpPr>
            <p:spPr>
              <a:xfrm>
                <a:off x="8448840" y="3746880"/>
                <a:ext cx="133560" cy="97920"/>
              </a:xfrm>
              <a:custGeom>
                <a:avLst/>
                <a:gdLst/>
                <a:ahLst/>
                <a:rect l="l" t="t" r="r" b="b"/>
                <a:pathLst>
                  <a:path w="375" h="276">
                    <a:moveTo>
                      <a:pt x="297" y="183"/>
                    </a:moveTo>
                    <a:cubicBezTo>
                      <a:pt x="352" y="127"/>
                      <a:pt x="374" y="45"/>
                      <a:pt x="374" y="37"/>
                    </a:cubicBezTo>
                    <a:cubicBezTo>
                      <a:pt x="374" y="30"/>
                      <a:pt x="367" y="30"/>
                      <a:pt x="364" y="30"/>
                    </a:cubicBezTo>
                    <a:cubicBezTo>
                      <a:pt x="357" y="30"/>
                      <a:pt x="357" y="32"/>
                      <a:pt x="352" y="45"/>
                    </a:cubicBezTo>
                    <a:cubicBezTo>
                      <a:pt x="340" y="84"/>
                      <a:pt x="320" y="122"/>
                      <a:pt x="295" y="156"/>
                    </a:cubicBezTo>
                    <a:cubicBezTo>
                      <a:pt x="295" y="146"/>
                      <a:pt x="292" y="104"/>
                      <a:pt x="292" y="99"/>
                    </a:cubicBezTo>
                    <a:cubicBezTo>
                      <a:pt x="283" y="40"/>
                      <a:pt x="238" y="0"/>
                      <a:pt x="176" y="0"/>
                    </a:cubicBezTo>
                    <a:cubicBezTo>
                      <a:pt x="87" y="0"/>
                      <a:pt x="0" y="84"/>
                      <a:pt x="0" y="169"/>
                    </a:cubicBezTo>
                    <a:cubicBezTo>
                      <a:pt x="0" y="226"/>
                      <a:pt x="42" y="275"/>
                      <a:pt x="112" y="275"/>
                    </a:cubicBezTo>
                    <a:cubicBezTo>
                      <a:pt x="169" y="275"/>
                      <a:pt x="218" y="250"/>
                      <a:pt x="253" y="223"/>
                    </a:cubicBezTo>
                    <a:cubicBezTo>
                      <a:pt x="268" y="268"/>
                      <a:pt x="297" y="275"/>
                      <a:pt x="317" y="275"/>
                    </a:cubicBezTo>
                    <a:cubicBezTo>
                      <a:pt x="352" y="275"/>
                      <a:pt x="374" y="245"/>
                      <a:pt x="374" y="233"/>
                    </a:cubicBezTo>
                    <a:cubicBezTo>
                      <a:pt x="374" y="226"/>
                      <a:pt x="367" y="226"/>
                      <a:pt x="364" y="226"/>
                    </a:cubicBezTo>
                    <a:cubicBezTo>
                      <a:pt x="354" y="226"/>
                      <a:pt x="354" y="228"/>
                      <a:pt x="352" y="230"/>
                    </a:cubicBezTo>
                    <a:cubicBezTo>
                      <a:pt x="344" y="255"/>
                      <a:pt x="325" y="258"/>
                      <a:pt x="317" y="258"/>
                    </a:cubicBezTo>
                    <a:cubicBezTo>
                      <a:pt x="310" y="258"/>
                      <a:pt x="300" y="258"/>
                      <a:pt x="297" y="183"/>
                    </a:cubicBezTo>
                    <a:moveTo>
                      <a:pt x="248" y="203"/>
                    </a:moveTo>
                    <a:cubicBezTo>
                      <a:pt x="188" y="253"/>
                      <a:pt x="136" y="258"/>
                      <a:pt x="114" y="258"/>
                    </a:cubicBezTo>
                    <a:cubicBezTo>
                      <a:pt x="74" y="258"/>
                      <a:pt x="52" y="230"/>
                      <a:pt x="52" y="191"/>
                    </a:cubicBezTo>
                    <a:cubicBezTo>
                      <a:pt x="52" y="174"/>
                      <a:pt x="60" y="107"/>
                      <a:pt x="92" y="65"/>
                    </a:cubicBezTo>
                    <a:cubicBezTo>
                      <a:pt x="119" y="28"/>
                      <a:pt x="154" y="18"/>
                      <a:pt x="176" y="18"/>
                    </a:cubicBezTo>
                    <a:cubicBezTo>
                      <a:pt x="223" y="18"/>
                      <a:pt x="238" y="65"/>
                      <a:pt x="243" y="102"/>
                    </a:cubicBezTo>
                    <a:cubicBezTo>
                      <a:pt x="248" y="129"/>
                      <a:pt x="245" y="171"/>
                      <a:pt x="248" y="203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9" name="CustomShape 34"/>
              <p:cNvSpPr/>
              <p:nvPr/>
            </p:nvSpPr>
            <p:spPr>
              <a:xfrm>
                <a:off x="8613720" y="3679200"/>
                <a:ext cx="56160" cy="218160"/>
              </a:xfrm>
              <a:custGeom>
                <a:avLst/>
                <a:gdLst/>
                <a:ahLst/>
                <a:rect l="l" t="t" r="r" b="b"/>
                <a:pathLst>
                  <a:path w="160" h="610">
                    <a:moveTo>
                      <a:pt x="13" y="0"/>
                    </a:moveTo>
                    <a:cubicBezTo>
                      <a:pt x="8" y="0"/>
                      <a:pt x="0" y="0"/>
                      <a:pt x="0" y="8"/>
                    </a:cubicBezTo>
                    <a:cubicBezTo>
                      <a:pt x="0" y="13"/>
                      <a:pt x="3" y="13"/>
                      <a:pt x="5" y="18"/>
                    </a:cubicBezTo>
                    <a:cubicBezTo>
                      <a:pt x="57" y="65"/>
                      <a:pt x="117" y="149"/>
                      <a:pt x="117" y="305"/>
                    </a:cubicBezTo>
                    <a:cubicBezTo>
                      <a:pt x="117" y="431"/>
                      <a:pt x="77" y="527"/>
                      <a:pt x="13" y="587"/>
                    </a:cubicBezTo>
                    <a:cubicBezTo>
                      <a:pt x="0" y="597"/>
                      <a:pt x="0" y="599"/>
                      <a:pt x="0" y="602"/>
                    </a:cubicBezTo>
                    <a:cubicBezTo>
                      <a:pt x="0" y="604"/>
                      <a:pt x="3" y="609"/>
                      <a:pt x="8" y="609"/>
                    </a:cubicBezTo>
                    <a:cubicBezTo>
                      <a:pt x="15" y="609"/>
                      <a:pt x="75" y="567"/>
                      <a:pt x="114" y="493"/>
                    </a:cubicBezTo>
                    <a:cubicBezTo>
                      <a:pt x="142" y="441"/>
                      <a:pt x="159" y="376"/>
                      <a:pt x="159" y="305"/>
                    </a:cubicBezTo>
                    <a:cubicBezTo>
                      <a:pt x="159" y="220"/>
                      <a:pt x="132" y="87"/>
                      <a:pt x="13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200" name="Group 35"/>
          <p:cNvGrpSpPr/>
          <p:nvPr/>
        </p:nvGrpSpPr>
        <p:grpSpPr>
          <a:xfrm>
            <a:off x="3744000" y="4338720"/>
            <a:ext cx="5470920" cy="268200"/>
            <a:chOff x="3744000" y="4338720"/>
            <a:chExt cx="5470920" cy="268200"/>
          </a:xfrm>
        </p:grpSpPr>
        <p:grpSp>
          <p:nvGrpSpPr>
            <p:cNvPr id="201" name="Group 36"/>
            <p:cNvGrpSpPr/>
            <p:nvPr/>
          </p:nvGrpSpPr>
          <p:grpSpPr>
            <a:xfrm>
              <a:off x="3744000" y="4338720"/>
              <a:ext cx="5470920" cy="268200"/>
              <a:chOff x="3744000" y="4338720"/>
              <a:chExt cx="5470920" cy="268200"/>
            </a:xfrm>
          </p:grpSpPr>
          <p:sp>
            <p:nvSpPr>
              <p:cNvPr id="202" name="CustomShape 37"/>
              <p:cNvSpPr/>
              <p:nvPr/>
            </p:nvSpPr>
            <p:spPr>
              <a:xfrm>
                <a:off x="3747240" y="4352760"/>
                <a:ext cx="5453640" cy="240480"/>
              </a:xfrm>
              <a:custGeom>
                <a:avLst/>
                <a:gdLst/>
                <a:ahLst/>
                <a:rect l="l" t="t" r="r" b="b"/>
                <a:pathLst>
                  <a:path w="15153" h="672">
                    <a:moveTo>
                      <a:pt x="0" y="0"/>
                    </a:moveTo>
                    <a:cubicBezTo>
                      <a:pt x="5051" y="0"/>
                      <a:pt x="10101" y="0"/>
                      <a:pt x="15152" y="0"/>
                    </a:cubicBezTo>
                    <a:cubicBezTo>
                      <a:pt x="15152" y="223"/>
                      <a:pt x="15152" y="447"/>
                      <a:pt x="15152" y="671"/>
                    </a:cubicBezTo>
                    <a:cubicBezTo>
                      <a:pt x="10101" y="671"/>
                      <a:pt x="5051" y="671"/>
                      <a:pt x="0" y="671"/>
                    </a:cubicBezTo>
                    <a:cubicBezTo>
                      <a:pt x="0" y="447"/>
                      <a:pt x="0" y="223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3" name="CustomShape 38"/>
              <p:cNvSpPr/>
              <p:nvPr/>
            </p:nvSpPr>
            <p:spPr>
              <a:xfrm>
                <a:off x="3744000" y="4356360"/>
                <a:ext cx="192600" cy="183600"/>
              </a:xfrm>
              <a:custGeom>
                <a:avLst/>
                <a:gdLst/>
                <a:ahLst/>
                <a:rect l="l" t="t" r="r" b="b"/>
                <a:pathLst>
                  <a:path w="539" h="514">
                    <a:moveTo>
                      <a:pt x="197" y="276"/>
                    </a:moveTo>
                    <a:cubicBezTo>
                      <a:pt x="240" y="276"/>
                      <a:pt x="283" y="276"/>
                      <a:pt x="326" y="276"/>
                    </a:cubicBezTo>
                    <a:cubicBezTo>
                      <a:pt x="433" y="276"/>
                      <a:pt x="538" y="197"/>
                      <a:pt x="538" y="114"/>
                    </a:cubicBezTo>
                    <a:cubicBezTo>
                      <a:pt x="538" y="56"/>
                      <a:pt x="489" y="0"/>
                      <a:pt x="390" y="0"/>
                    </a:cubicBezTo>
                    <a:cubicBezTo>
                      <a:pt x="309" y="0"/>
                      <a:pt x="227" y="0"/>
                      <a:pt x="146" y="0"/>
                    </a:cubicBezTo>
                    <a:cubicBezTo>
                      <a:pt x="131" y="0"/>
                      <a:pt x="122" y="0"/>
                      <a:pt x="122" y="15"/>
                    </a:cubicBezTo>
                    <a:cubicBezTo>
                      <a:pt x="122" y="24"/>
                      <a:pt x="131" y="24"/>
                      <a:pt x="146" y="24"/>
                    </a:cubicBezTo>
                    <a:cubicBezTo>
                      <a:pt x="154" y="24"/>
                      <a:pt x="167" y="26"/>
                      <a:pt x="178" y="26"/>
                    </a:cubicBezTo>
                    <a:cubicBezTo>
                      <a:pt x="189" y="28"/>
                      <a:pt x="193" y="30"/>
                      <a:pt x="193" y="39"/>
                    </a:cubicBezTo>
                    <a:cubicBezTo>
                      <a:pt x="193" y="41"/>
                      <a:pt x="193" y="43"/>
                      <a:pt x="191" y="52"/>
                    </a:cubicBezTo>
                    <a:cubicBezTo>
                      <a:pt x="157" y="185"/>
                      <a:pt x="124" y="319"/>
                      <a:pt x="90" y="453"/>
                    </a:cubicBezTo>
                    <a:cubicBezTo>
                      <a:pt x="81" y="483"/>
                      <a:pt x="81" y="490"/>
                      <a:pt x="21" y="490"/>
                    </a:cubicBezTo>
                    <a:cubicBezTo>
                      <a:pt x="9" y="490"/>
                      <a:pt x="0" y="490"/>
                      <a:pt x="0" y="502"/>
                    </a:cubicBezTo>
                    <a:cubicBezTo>
                      <a:pt x="0" y="513"/>
                      <a:pt x="9" y="513"/>
                      <a:pt x="11" y="513"/>
                    </a:cubicBezTo>
                    <a:cubicBezTo>
                      <a:pt x="32" y="513"/>
                      <a:pt x="86" y="509"/>
                      <a:pt x="107" y="509"/>
                    </a:cubicBezTo>
                    <a:cubicBezTo>
                      <a:pt x="122" y="509"/>
                      <a:pt x="139" y="511"/>
                      <a:pt x="154" y="511"/>
                    </a:cubicBezTo>
                    <a:cubicBezTo>
                      <a:pt x="171" y="511"/>
                      <a:pt x="189" y="513"/>
                      <a:pt x="204" y="513"/>
                    </a:cubicBezTo>
                    <a:cubicBezTo>
                      <a:pt x="210" y="513"/>
                      <a:pt x="219" y="513"/>
                      <a:pt x="219" y="496"/>
                    </a:cubicBezTo>
                    <a:cubicBezTo>
                      <a:pt x="219" y="490"/>
                      <a:pt x="212" y="490"/>
                      <a:pt x="197" y="490"/>
                    </a:cubicBezTo>
                    <a:cubicBezTo>
                      <a:pt x="169" y="490"/>
                      <a:pt x="150" y="490"/>
                      <a:pt x="150" y="475"/>
                    </a:cubicBezTo>
                    <a:cubicBezTo>
                      <a:pt x="150" y="470"/>
                      <a:pt x="150" y="466"/>
                      <a:pt x="152" y="462"/>
                    </a:cubicBezTo>
                    <a:cubicBezTo>
                      <a:pt x="167" y="400"/>
                      <a:pt x="182" y="338"/>
                      <a:pt x="197" y="276"/>
                    </a:cubicBezTo>
                    <a:moveTo>
                      <a:pt x="253" y="54"/>
                    </a:moveTo>
                    <a:cubicBezTo>
                      <a:pt x="259" y="26"/>
                      <a:pt x="261" y="24"/>
                      <a:pt x="294" y="24"/>
                    </a:cubicBezTo>
                    <a:cubicBezTo>
                      <a:pt x="318" y="24"/>
                      <a:pt x="342" y="24"/>
                      <a:pt x="366" y="24"/>
                    </a:cubicBezTo>
                    <a:cubicBezTo>
                      <a:pt x="429" y="24"/>
                      <a:pt x="467" y="45"/>
                      <a:pt x="467" y="96"/>
                    </a:cubicBezTo>
                    <a:cubicBezTo>
                      <a:pt x="467" y="126"/>
                      <a:pt x="452" y="190"/>
                      <a:pt x="424" y="216"/>
                    </a:cubicBezTo>
                    <a:cubicBezTo>
                      <a:pt x="386" y="250"/>
                      <a:pt x="341" y="257"/>
                      <a:pt x="306" y="257"/>
                    </a:cubicBezTo>
                    <a:cubicBezTo>
                      <a:pt x="271" y="257"/>
                      <a:pt x="236" y="257"/>
                      <a:pt x="201" y="257"/>
                    </a:cubicBezTo>
                    <a:cubicBezTo>
                      <a:pt x="219" y="189"/>
                      <a:pt x="236" y="121"/>
                      <a:pt x="253" y="54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4" name="CustomShape 39"/>
              <p:cNvSpPr/>
              <p:nvPr/>
            </p:nvSpPr>
            <p:spPr>
              <a:xfrm>
                <a:off x="3971520" y="4338720"/>
                <a:ext cx="62280" cy="268200"/>
              </a:xfrm>
              <a:custGeom>
                <a:avLst/>
                <a:gdLst/>
                <a:ahLst/>
                <a:rect l="l" t="t" r="r" b="b"/>
                <a:pathLst>
                  <a:path w="177" h="749">
                    <a:moveTo>
                      <a:pt x="176" y="739"/>
                    </a:moveTo>
                    <a:cubicBezTo>
                      <a:pt x="176" y="737"/>
                      <a:pt x="176" y="737"/>
                      <a:pt x="163" y="724"/>
                    </a:cubicBezTo>
                    <a:cubicBezTo>
                      <a:pt x="69" y="630"/>
                      <a:pt x="45" y="489"/>
                      <a:pt x="45" y="374"/>
                    </a:cubicBezTo>
                    <a:cubicBezTo>
                      <a:pt x="45" y="244"/>
                      <a:pt x="73" y="113"/>
                      <a:pt x="165" y="19"/>
                    </a:cubicBezTo>
                    <a:cubicBezTo>
                      <a:pt x="176" y="11"/>
                      <a:pt x="176" y="11"/>
                      <a:pt x="176" y="7"/>
                    </a:cubicBezTo>
                    <a:cubicBezTo>
                      <a:pt x="176" y="2"/>
                      <a:pt x="172" y="0"/>
                      <a:pt x="167" y="0"/>
                    </a:cubicBezTo>
                    <a:cubicBezTo>
                      <a:pt x="161" y="0"/>
                      <a:pt x="92" y="51"/>
                      <a:pt x="47" y="145"/>
                    </a:cubicBezTo>
                    <a:cubicBezTo>
                      <a:pt x="9" y="229"/>
                      <a:pt x="0" y="312"/>
                      <a:pt x="0" y="374"/>
                    </a:cubicBezTo>
                    <a:cubicBezTo>
                      <a:pt x="0" y="432"/>
                      <a:pt x="9" y="524"/>
                      <a:pt x="49" y="607"/>
                    </a:cubicBezTo>
                    <a:cubicBezTo>
                      <a:pt x="97" y="699"/>
                      <a:pt x="161" y="748"/>
                      <a:pt x="167" y="748"/>
                    </a:cubicBezTo>
                    <a:cubicBezTo>
                      <a:pt x="172" y="748"/>
                      <a:pt x="176" y="746"/>
                      <a:pt x="176" y="73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5" name="CustomShape 40"/>
              <p:cNvSpPr/>
              <p:nvPr/>
            </p:nvSpPr>
            <p:spPr>
              <a:xfrm>
                <a:off x="4059360" y="4420440"/>
                <a:ext cx="102600" cy="122040"/>
              </a:xfrm>
              <a:custGeom>
                <a:avLst/>
                <a:gdLst/>
                <a:ahLst/>
                <a:rect l="l" t="t" r="r" b="b"/>
                <a:pathLst>
                  <a:path w="289" h="343">
                    <a:moveTo>
                      <a:pt x="63" y="171"/>
                    </a:moveTo>
                    <a:cubicBezTo>
                      <a:pt x="63" y="49"/>
                      <a:pt x="125" y="17"/>
                      <a:pt x="165" y="17"/>
                    </a:cubicBezTo>
                    <a:cubicBezTo>
                      <a:pt x="172" y="17"/>
                      <a:pt x="219" y="19"/>
                      <a:pt x="245" y="45"/>
                    </a:cubicBezTo>
                    <a:cubicBezTo>
                      <a:pt x="215" y="47"/>
                      <a:pt x="210" y="70"/>
                      <a:pt x="210" y="79"/>
                    </a:cubicBezTo>
                    <a:cubicBezTo>
                      <a:pt x="210" y="100"/>
                      <a:pt x="223" y="115"/>
                      <a:pt x="245" y="115"/>
                    </a:cubicBezTo>
                    <a:cubicBezTo>
                      <a:pt x="264" y="115"/>
                      <a:pt x="279" y="102"/>
                      <a:pt x="279" y="79"/>
                    </a:cubicBezTo>
                    <a:cubicBezTo>
                      <a:pt x="279" y="27"/>
                      <a:pt x="221" y="0"/>
                      <a:pt x="163" y="0"/>
                    </a:cubicBezTo>
                    <a:cubicBezTo>
                      <a:pt x="69" y="0"/>
                      <a:pt x="0" y="79"/>
                      <a:pt x="0" y="173"/>
                    </a:cubicBezTo>
                    <a:cubicBezTo>
                      <a:pt x="0" y="269"/>
                      <a:pt x="75" y="342"/>
                      <a:pt x="163" y="342"/>
                    </a:cubicBezTo>
                    <a:cubicBezTo>
                      <a:pt x="264" y="342"/>
                      <a:pt x="288" y="253"/>
                      <a:pt x="288" y="245"/>
                    </a:cubicBezTo>
                    <a:cubicBezTo>
                      <a:pt x="288" y="238"/>
                      <a:pt x="279" y="237"/>
                      <a:pt x="277" y="237"/>
                    </a:cubicBezTo>
                    <a:cubicBezTo>
                      <a:pt x="270" y="237"/>
                      <a:pt x="270" y="241"/>
                      <a:pt x="268" y="245"/>
                    </a:cubicBezTo>
                    <a:cubicBezTo>
                      <a:pt x="247" y="314"/>
                      <a:pt x="198" y="324"/>
                      <a:pt x="170" y="324"/>
                    </a:cubicBezTo>
                    <a:cubicBezTo>
                      <a:pt x="129" y="324"/>
                      <a:pt x="63" y="292"/>
                      <a:pt x="63" y="1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6" name="CustomShape 41"/>
              <p:cNvSpPr/>
              <p:nvPr/>
            </p:nvSpPr>
            <p:spPr>
              <a:xfrm>
                <a:off x="4172040" y="4354200"/>
                <a:ext cx="135720" cy="185760"/>
              </a:xfrm>
              <a:custGeom>
                <a:avLst/>
                <a:gdLst/>
                <a:ahLst/>
                <a:rect l="l" t="t" r="r" b="b"/>
                <a:pathLst>
                  <a:path w="381" h="520">
                    <a:moveTo>
                      <a:pt x="58" y="461"/>
                    </a:moveTo>
                    <a:cubicBezTo>
                      <a:pt x="58" y="496"/>
                      <a:pt x="50" y="496"/>
                      <a:pt x="0" y="496"/>
                    </a:cubicBezTo>
                    <a:cubicBezTo>
                      <a:pt x="0" y="503"/>
                      <a:pt x="0" y="511"/>
                      <a:pt x="0" y="519"/>
                    </a:cubicBezTo>
                    <a:cubicBezTo>
                      <a:pt x="26" y="517"/>
                      <a:pt x="65" y="515"/>
                      <a:pt x="84" y="515"/>
                    </a:cubicBezTo>
                    <a:cubicBezTo>
                      <a:pt x="105" y="515"/>
                      <a:pt x="144" y="517"/>
                      <a:pt x="170" y="519"/>
                    </a:cubicBezTo>
                    <a:cubicBezTo>
                      <a:pt x="170" y="511"/>
                      <a:pt x="170" y="503"/>
                      <a:pt x="170" y="496"/>
                    </a:cubicBezTo>
                    <a:cubicBezTo>
                      <a:pt x="118" y="496"/>
                      <a:pt x="110" y="496"/>
                      <a:pt x="110" y="461"/>
                    </a:cubicBezTo>
                    <a:cubicBezTo>
                      <a:pt x="110" y="415"/>
                      <a:pt x="110" y="369"/>
                      <a:pt x="110" y="323"/>
                    </a:cubicBezTo>
                    <a:cubicBezTo>
                      <a:pt x="110" y="246"/>
                      <a:pt x="163" y="203"/>
                      <a:pt x="212" y="203"/>
                    </a:cubicBezTo>
                    <a:cubicBezTo>
                      <a:pt x="260" y="203"/>
                      <a:pt x="268" y="243"/>
                      <a:pt x="268" y="286"/>
                    </a:cubicBezTo>
                    <a:cubicBezTo>
                      <a:pt x="268" y="345"/>
                      <a:pt x="268" y="403"/>
                      <a:pt x="268" y="461"/>
                    </a:cubicBezTo>
                    <a:cubicBezTo>
                      <a:pt x="268" y="496"/>
                      <a:pt x="260" y="496"/>
                      <a:pt x="208" y="496"/>
                    </a:cubicBezTo>
                    <a:cubicBezTo>
                      <a:pt x="208" y="503"/>
                      <a:pt x="208" y="511"/>
                      <a:pt x="208" y="519"/>
                    </a:cubicBezTo>
                    <a:cubicBezTo>
                      <a:pt x="236" y="517"/>
                      <a:pt x="275" y="515"/>
                      <a:pt x="294" y="515"/>
                    </a:cubicBezTo>
                    <a:cubicBezTo>
                      <a:pt x="313" y="515"/>
                      <a:pt x="354" y="517"/>
                      <a:pt x="380" y="519"/>
                    </a:cubicBezTo>
                    <a:cubicBezTo>
                      <a:pt x="380" y="511"/>
                      <a:pt x="380" y="503"/>
                      <a:pt x="380" y="496"/>
                    </a:cubicBezTo>
                    <a:cubicBezTo>
                      <a:pt x="339" y="496"/>
                      <a:pt x="320" y="496"/>
                      <a:pt x="320" y="472"/>
                    </a:cubicBezTo>
                    <a:cubicBezTo>
                      <a:pt x="320" y="424"/>
                      <a:pt x="320" y="377"/>
                      <a:pt x="320" y="329"/>
                    </a:cubicBezTo>
                    <a:cubicBezTo>
                      <a:pt x="320" y="265"/>
                      <a:pt x="320" y="241"/>
                      <a:pt x="296" y="216"/>
                    </a:cubicBezTo>
                    <a:cubicBezTo>
                      <a:pt x="285" y="203"/>
                      <a:pt x="262" y="188"/>
                      <a:pt x="217" y="188"/>
                    </a:cubicBezTo>
                    <a:cubicBezTo>
                      <a:pt x="155" y="188"/>
                      <a:pt x="120" y="233"/>
                      <a:pt x="107" y="261"/>
                    </a:cubicBezTo>
                    <a:cubicBezTo>
                      <a:pt x="107" y="174"/>
                      <a:pt x="107" y="87"/>
                      <a:pt x="107" y="0"/>
                    </a:cubicBezTo>
                    <a:cubicBezTo>
                      <a:pt x="72" y="2"/>
                      <a:pt x="36" y="4"/>
                      <a:pt x="0" y="6"/>
                    </a:cubicBezTo>
                    <a:cubicBezTo>
                      <a:pt x="0" y="14"/>
                      <a:pt x="0" y="22"/>
                      <a:pt x="0" y="30"/>
                    </a:cubicBezTo>
                    <a:cubicBezTo>
                      <a:pt x="52" y="30"/>
                      <a:pt x="58" y="36"/>
                      <a:pt x="58" y="73"/>
                    </a:cubicBezTo>
                    <a:cubicBezTo>
                      <a:pt x="58" y="202"/>
                      <a:pt x="58" y="332"/>
                      <a:pt x="58" y="461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7" name="CustomShape 42"/>
              <p:cNvSpPr/>
              <p:nvPr/>
            </p:nvSpPr>
            <p:spPr>
              <a:xfrm>
                <a:off x="4321800" y="4420440"/>
                <a:ext cx="118440" cy="122040"/>
              </a:xfrm>
              <a:custGeom>
                <a:avLst/>
                <a:gdLst/>
                <a:ahLst/>
                <a:rect l="l" t="t" r="r" b="b"/>
                <a:pathLst>
                  <a:path w="333" h="343">
                    <a:moveTo>
                      <a:pt x="332" y="175"/>
                    </a:moveTo>
                    <a:cubicBezTo>
                      <a:pt x="332" y="79"/>
                      <a:pt x="257" y="0"/>
                      <a:pt x="167" y="0"/>
                    </a:cubicBezTo>
                    <a:cubicBezTo>
                      <a:pt x="73" y="0"/>
                      <a:pt x="0" y="81"/>
                      <a:pt x="0" y="175"/>
                    </a:cubicBezTo>
                    <a:cubicBezTo>
                      <a:pt x="0" y="271"/>
                      <a:pt x="77" y="342"/>
                      <a:pt x="165" y="342"/>
                    </a:cubicBezTo>
                    <a:cubicBezTo>
                      <a:pt x="257" y="342"/>
                      <a:pt x="332" y="269"/>
                      <a:pt x="332" y="175"/>
                    </a:cubicBezTo>
                    <a:moveTo>
                      <a:pt x="167" y="324"/>
                    </a:moveTo>
                    <a:cubicBezTo>
                      <a:pt x="135" y="324"/>
                      <a:pt x="101" y="307"/>
                      <a:pt x="82" y="273"/>
                    </a:cubicBezTo>
                    <a:cubicBezTo>
                      <a:pt x="62" y="241"/>
                      <a:pt x="62" y="194"/>
                      <a:pt x="62" y="168"/>
                    </a:cubicBezTo>
                    <a:cubicBezTo>
                      <a:pt x="62" y="139"/>
                      <a:pt x="62" y="98"/>
                      <a:pt x="79" y="66"/>
                    </a:cubicBezTo>
                    <a:cubicBezTo>
                      <a:pt x="101" y="32"/>
                      <a:pt x="135" y="15"/>
                      <a:pt x="165" y="15"/>
                    </a:cubicBezTo>
                    <a:cubicBezTo>
                      <a:pt x="199" y="15"/>
                      <a:pt x="232" y="32"/>
                      <a:pt x="251" y="64"/>
                    </a:cubicBezTo>
                    <a:cubicBezTo>
                      <a:pt x="270" y="96"/>
                      <a:pt x="270" y="139"/>
                      <a:pt x="270" y="168"/>
                    </a:cubicBezTo>
                    <a:cubicBezTo>
                      <a:pt x="270" y="194"/>
                      <a:pt x="270" y="235"/>
                      <a:pt x="253" y="269"/>
                    </a:cubicBezTo>
                    <a:cubicBezTo>
                      <a:pt x="238" y="301"/>
                      <a:pt x="204" y="324"/>
                      <a:pt x="167" y="324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8" name="CustomShape 43"/>
              <p:cNvSpPr/>
              <p:nvPr/>
            </p:nvSpPr>
            <p:spPr>
              <a:xfrm>
                <a:off x="4464720" y="4420440"/>
                <a:ext cx="119160" cy="122040"/>
              </a:xfrm>
              <a:custGeom>
                <a:avLst/>
                <a:gdLst/>
                <a:ahLst/>
                <a:rect l="l" t="t" r="r" b="b"/>
                <a:pathLst>
                  <a:path w="335" h="343">
                    <a:moveTo>
                      <a:pt x="334" y="175"/>
                    </a:moveTo>
                    <a:cubicBezTo>
                      <a:pt x="334" y="79"/>
                      <a:pt x="259" y="0"/>
                      <a:pt x="167" y="0"/>
                    </a:cubicBezTo>
                    <a:cubicBezTo>
                      <a:pt x="72" y="0"/>
                      <a:pt x="0" y="81"/>
                      <a:pt x="0" y="175"/>
                    </a:cubicBezTo>
                    <a:cubicBezTo>
                      <a:pt x="0" y="271"/>
                      <a:pt x="79" y="342"/>
                      <a:pt x="167" y="342"/>
                    </a:cubicBezTo>
                    <a:cubicBezTo>
                      <a:pt x="257" y="342"/>
                      <a:pt x="334" y="269"/>
                      <a:pt x="334" y="175"/>
                    </a:cubicBezTo>
                    <a:moveTo>
                      <a:pt x="167" y="324"/>
                    </a:moveTo>
                    <a:cubicBezTo>
                      <a:pt x="135" y="324"/>
                      <a:pt x="102" y="307"/>
                      <a:pt x="81" y="273"/>
                    </a:cubicBezTo>
                    <a:cubicBezTo>
                      <a:pt x="62" y="241"/>
                      <a:pt x="62" y="194"/>
                      <a:pt x="62" y="168"/>
                    </a:cubicBezTo>
                    <a:cubicBezTo>
                      <a:pt x="62" y="139"/>
                      <a:pt x="62" y="98"/>
                      <a:pt x="81" y="66"/>
                    </a:cubicBezTo>
                    <a:cubicBezTo>
                      <a:pt x="100" y="32"/>
                      <a:pt x="137" y="15"/>
                      <a:pt x="167" y="15"/>
                    </a:cubicBezTo>
                    <a:cubicBezTo>
                      <a:pt x="199" y="15"/>
                      <a:pt x="230" y="32"/>
                      <a:pt x="250" y="64"/>
                    </a:cubicBezTo>
                    <a:cubicBezTo>
                      <a:pt x="271" y="96"/>
                      <a:pt x="272" y="139"/>
                      <a:pt x="272" y="168"/>
                    </a:cubicBezTo>
                    <a:cubicBezTo>
                      <a:pt x="272" y="194"/>
                      <a:pt x="272" y="235"/>
                      <a:pt x="255" y="269"/>
                    </a:cubicBezTo>
                    <a:cubicBezTo>
                      <a:pt x="237" y="301"/>
                      <a:pt x="205" y="324"/>
                      <a:pt x="167" y="324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9" name="CustomShape 44"/>
              <p:cNvSpPr/>
              <p:nvPr/>
            </p:nvSpPr>
            <p:spPr>
              <a:xfrm>
                <a:off x="4601880" y="4420440"/>
                <a:ext cx="86760" cy="122040"/>
              </a:xfrm>
              <a:custGeom>
                <a:avLst/>
                <a:gdLst/>
                <a:ahLst/>
                <a:rect l="l" t="t" r="r" b="b"/>
                <a:pathLst>
                  <a:path w="245" h="343">
                    <a:moveTo>
                      <a:pt x="131" y="190"/>
                    </a:moveTo>
                    <a:cubicBezTo>
                      <a:pt x="148" y="192"/>
                      <a:pt x="210" y="205"/>
                      <a:pt x="210" y="258"/>
                    </a:cubicBezTo>
                    <a:cubicBezTo>
                      <a:pt x="210" y="297"/>
                      <a:pt x="182" y="327"/>
                      <a:pt x="124" y="327"/>
                    </a:cubicBezTo>
                    <a:cubicBezTo>
                      <a:pt x="60" y="327"/>
                      <a:pt x="34" y="284"/>
                      <a:pt x="19" y="220"/>
                    </a:cubicBezTo>
                    <a:cubicBezTo>
                      <a:pt x="17" y="209"/>
                      <a:pt x="17" y="207"/>
                      <a:pt x="9" y="207"/>
                    </a:cubicBezTo>
                    <a:cubicBezTo>
                      <a:pt x="0" y="207"/>
                      <a:pt x="0" y="211"/>
                      <a:pt x="0" y="226"/>
                    </a:cubicBezTo>
                    <a:cubicBezTo>
                      <a:pt x="0" y="259"/>
                      <a:pt x="0" y="292"/>
                      <a:pt x="0" y="324"/>
                    </a:cubicBezTo>
                    <a:cubicBezTo>
                      <a:pt x="0" y="337"/>
                      <a:pt x="0" y="342"/>
                      <a:pt x="6" y="342"/>
                    </a:cubicBezTo>
                    <a:cubicBezTo>
                      <a:pt x="11" y="342"/>
                      <a:pt x="12" y="340"/>
                      <a:pt x="26" y="327"/>
                    </a:cubicBezTo>
                    <a:cubicBezTo>
                      <a:pt x="27" y="325"/>
                      <a:pt x="28" y="324"/>
                      <a:pt x="41" y="309"/>
                    </a:cubicBezTo>
                    <a:cubicBezTo>
                      <a:pt x="75" y="342"/>
                      <a:pt x="109" y="342"/>
                      <a:pt x="124" y="342"/>
                    </a:cubicBezTo>
                    <a:cubicBezTo>
                      <a:pt x="210" y="342"/>
                      <a:pt x="244" y="292"/>
                      <a:pt x="244" y="239"/>
                    </a:cubicBezTo>
                    <a:cubicBezTo>
                      <a:pt x="244" y="198"/>
                      <a:pt x="223" y="177"/>
                      <a:pt x="214" y="166"/>
                    </a:cubicBezTo>
                    <a:cubicBezTo>
                      <a:pt x="189" y="143"/>
                      <a:pt x="159" y="136"/>
                      <a:pt x="129" y="132"/>
                    </a:cubicBezTo>
                    <a:cubicBezTo>
                      <a:pt x="86" y="124"/>
                      <a:pt x="34" y="113"/>
                      <a:pt x="34" y="70"/>
                    </a:cubicBezTo>
                    <a:cubicBezTo>
                      <a:pt x="34" y="45"/>
                      <a:pt x="56" y="12"/>
                      <a:pt x="120" y="12"/>
                    </a:cubicBezTo>
                    <a:cubicBezTo>
                      <a:pt x="201" y="12"/>
                      <a:pt x="206" y="81"/>
                      <a:pt x="208" y="104"/>
                    </a:cubicBezTo>
                    <a:cubicBezTo>
                      <a:pt x="208" y="111"/>
                      <a:pt x="214" y="111"/>
                      <a:pt x="216" y="111"/>
                    </a:cubicBezTo>
                    <a:cubicBezTo>
                      <a:pt x="227" y="111"/>
                      <a:pt x="227" y="106"/>
                      <a:pt x="227" y="92"/>
                    </a:cubicBezTo>
                    <a:cubicBezTo>
                      <a:pt x="227" y="67"/>
                      <a:pt x="227" y="42"/>
                      <a:pt x="227" y="17"/>
                    </a:cubicBezTo>
                    <a:cubicBezTo>
                      <a:pt x="227" y="4"/>
                      <a:pt x="227" y="0"/>
                      <a:pt x="219" y="0"/>
                    </a:cubicBezTo>
                    <a:cubicBezTo>
                      <a:pt x="214" y="0"/>
                      <a:pt x="212" y="0"/>
                      <a:pt x="204" y="8"/>
                    </a:cubicBezTo>
                    <a:cubicBezTo>
                      <a:pt x="201" y="10"/>
                      <a:pt x="193" y="17"/>
                      <a:pt x="191" y="19"/>
                    </a:cubicBezTo>
                    <a:cubicBezTo>
                      <a:pt x="161" y="0"/>
                      <a:pt x="131" y="0"/>
                      <a:pt x="120" y="0"/>
                    </a:cubicBezTo>
                    <a:cubicBezTo>
                      <a:pt x="28" y="0"/>
                      <a:pt x="0" y="49"/>
                      <a:pt x="0" y="92"/>
                    </a:cubicBezTo>
                    <a:cubicBezTo>
                      <a:pt x="0" y="117"/>
                      <a:pt x="11" y="139"/>
                      <a:pt x="32" y="153"/>
                    </a:cubicBezTo>
                    <a:cubicBezTo>
                      <a:pt x="56" y="175"/>
                      <a:pt x="77" y="179"/>
                      <a:pt x="131" y="19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0" name="CustomShape 45"/>
              <p:cNvSpPr/>
              <p:nvPr/>
            </p:nvSpPr>
            <p:spPr>
              <a:xfrm>
                <a:off x="4706640" y="4420440"/>
                <a:ext cx="104040" cy="122040"/>
              </a:xfrm>
              <a:custGeom>
                <a:avLst/>
                <a:gdLst/>
                <a:ahLst/>
                <a:rect l="l" t="t" r="r" b="b"/>
                <a:pathLst>
                  <a:path w="293" h="343">
                    <a:moveTo>
                      <a:pt x="65" y="145"/>
                    </a:moveTo>
                    <a:cubicBezTo>
                      <a:pt x="69" y="34"/>
                      <a:pt x="133" y="15"/>
                      <a:pt x="159" y="15"/>
                    </a:cubicBezTo>
                    <a:cubicBezTo>
                      <a:pt x="236" y="15"/>
                      <a:pt x="243" y="117"/>
                      <a:pt x="243" y="145"/>
                    </a:cubicBezTo>
                    <a:cubicBezTo>
                      <a:pt x="183" y="145"/>
                      <a:pt x="124" y="145"/>
                      <a:pt x="65" y="145"/>
                    </a:cubicBezTo>
                    <a:moveTo>
                      <a:pt x="65" y="162"/>
                    </a:moveTo>
                    <a:cubicBezTo>
                      <a:pt x="135" y="162"/>
                      <a:pt x="205" y="162"/>
                      <a:pt x="275" y="162"/>
                    </a:cubicBezTo>
                    <a:cubicBezTo>
                      <a:pt x="290" y="162"/>
                      <a:pt x="292" y="162"/>
                      <a:pt x="292" y="145"/>
                    </a:cubicBezTo>
                    <a:cubicBezTo>
                      <a:pt x="292" y="72"/>
                      <a:pt x="251" y="0"/>
                      <a:pt x="159" y="0"/>
                    </a:cubicBezTo>
                    <a:cubicBezTo>
                      <a:pt x="71" y="0"/>
                      <a:pt x="0" y="77"/>
                      <a:pt x="0" y="168"/>
                    </a:cubicBezTo>
                    <a:cubicBezTo>
                      <a:pt x="0" y="269"/>
                      <a:pt x="80" y="342"/>
                      <a:pt x="168" y="342"/>
                    </a:cubicBezTo>
                    <a:cubicBezTo>
                      <a:pt x="260" y="342"/>
                      <a:pt x="292" y="260"/>
                      <a:pt x="292" y="245"/>
                    </a:cubicBezTo>
                    <a:cubicBezTo>
                      <a:pt x="292" y="237"/>
                      <a:pt x="288" y="237"/>
                      <a:pt x="283" y="237"/>
                    </a:cubicBezTo>
                    <a:cubicBezTo>
                      <a:pt x="277" y="237"/>
                      <a:pt x="275" y="241"/>
                      <a:pt x="273" y="247"/>
                    </a:cubicBezTo>
                    <a:cubicBezTo>
                      <a:pt x="247" y="324"/>
                      <a:pt x="178" y="324"/>
                      <a:pt x="172" y="324"/>
                    </a:cubicBezTo>
                    <a:cubicBezTo>
                      <a:pt x="133" y="324"/>
                      <a:pt x="103" y="301"/>
                      <a:pt x="86" y="273"/>
                    </a:cubicBezTo>
                    <a:cubicBezTo>
                      <a:pt x="65" y="237"/>
                      <a:pt x="65" y="188"/>
                      <a:pt x="65" y="16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1" name="CustomShape 46"/>
              <p:cNvSpPr/>
              <p:nvPr/>
            </p:nvSpPr>
            <p:spPr>
              <a:xfrm>
                <a:off x="4919760" y="4360320"/>
                <a:ext cx="56880" cy="179640"/>
              </a:xfrm>
              <a:custGeom>
                <a:avLst/>
                <a:gdLst/>
                <a:ahLst/>
                <a:rect l="l" t="t" r="r" b="b"/>
                <a:pathLst>
                  <a:path w="162" h="503">
                    <a:moveTo>
                      <a:pt x="107" y="171"/>
                    </a:moveTo>
                    <a:cubicBezTo>
                      <a:pt x="72" y="174"/>
                      <a:pt x="37" y="177"/>
                      <a:pt x="2" y="179"/>
                    </a:cubicBezTo>
                    <a:cubicBezTo>
                      <a:pt x="2" y="187"/>
                      <a:pt x="2" y="195"/>
                      <a:pt x="2" y="203"/>
                    </a:cubicBezTo>
                    <a:cubicBezTo>
                      <a:pt x="51" y="203"/>
                      <a:pt x="58" y="207"/>
                      <a:pt x="58" y="244"/>
                    </a:cubicBezTo>
                    <a:cubicBezTo>
                      <a:pt x="58" y="311"/>
                      <a:pt x="58" y="377"/>
                      <a:pt x="58" y="444"/>
                    </a:cubicBezTo>
                    <a:cubicBezTo>
                      <a:pt x="58" y="479"/>
                      <a:pt x="49" y="479"/>
                      <a:pt x="0" y="479"/>
                    </a:cubicBezTo>
                    <a:cubicBezTo>
                      <a:pt x="0" y="486"/>
                      <a:pt x="0" y="494"/>
                      <a:pt x="0" y="502"/>
                    </a:cubicBezTo>
                    <a:cubicBezTo>
                      <a:pt x="23" y="500"/>
                      <a:pt x="64" y="498"/>
                      <a:pt x="81" y="498"/>
                    </a:cubicBezTo>
                    <a:cubicBezTo>
                      <a:pt x="107" y="498"/>
                      <a:pt x="135" y="500"/>
                      <a:pt x="161" y="502"/>
                    </a:cubicBezTo>
                    <a:cubicBezTo>
                      <a:pt x="161" y="494"/>
                      <a:pt x="161" y="486"/>
                      <a:pt x="161" y="479"/>
                    </a:cubicBezTo>
                    <a:cubicBezTo>
                      <a:pt x="111" y="479"/>
                      <a:pt x="107" y="474"/>
                      <a:pt x="107" y="444"/>
                    </a:cubicBezTo>
                    <a:cubicBezTo>
                      <a:pt x="107" y="353"/>
                      <a:pt x="107" y="262"/>
                      <a:pt x="107" y="171"/>
                    </a:cubicBezTo>
                    <a:moveTo>
                      <a:pt x="111" y="41"/>
                    </a:moveTo>
                    <a:cubicBezTo>
                      <a:pt x="111" y="17"/>
                      <a:pt x="92" y="0"/>
                      <a:pt x="71" y="0"/>
                    </a:cubicBezTo>
                    <a:cubicBezTo>
                      <a:pt x="47" y="0"/>
                      <a:pt x="30" y="21"/>
                      <a:pt x="30" y="41"/>
                    </a:cubicBezTo>
                    <a:cubicBezTo>
                      <a:pt x="30" y="60"/>
                      <a:pt x="47" y="79"/>
                      <a:pt x="71" y="79"/>
                    </a:cubicBezTo>
                    <a:cubicBezTo>
                      <a:pt x="92" y="79"/>
                      <a:pt x="111" y="64"/>
                      <a:pt x="111" y="41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2" name="CustomShape 47"/>
              <p:cNvSpPr/>
              <p:nvPr/>
            </p:nvSpPr>
            <p:spPr>
              <a:xfrm>
                <a:off x="4994640" y="4421880"/>
                <a:ext cx="210240" cy="118080"/>
              </a:xfrm>
              <a:custGeom>
                <a:avLst/>
                <a:gdLst/>
                <a:ahLst/>
                <a:rect l="l" t="t" r="r" b="b"/>
                <a:pathLst>
                  <a:path w="588" h="332">
                    <a:moveTo>
                      <a:pt x="58" y="73"/>
                    </a:moveTo>
                    <a:cubicBezTo>
                      <a:pt x="58" y="140"/>
                      <a:pt x="58" y="206"/>
                      <a:pt x="58" y="273"/>
                    </a:cubicBezTo>
                    <a:cubicBezTo>
                      <a:pt x="58" y="308"/>
                      <a:pt x="49" y="308"/>
                      <a:pt x="0" y="308"/>
                    </a:cubicBezTo>
                    <a:cubicBezTo>
                      <a:pt x="0" y="315"/>
                      <a:pt x="0" y="323"/>
                      <a:pt x="0" y="331"/>
                    </a:cubicBezTo>
                    <a:cubicBezTo>
                      <a:pt x="25" y="329"/>
                      <a:pt x="64" y="327"/>
                      <a:pt x="83" y="327"/>
                    </a:cubicBezTo>
                    <a:cubicBezTo>
                      <a:pt x="105" y="327"/>
                      <a:pt x="143" y="329"/>
                      <a:pt x="169" y="331"/>
                    </a:cubicBezTo>
                    <a:cubicBezTo>
                      <a:pt x="169" y="323"/>
                      <a:pt x="169" y="315"/>
                      <a:pt x="169" y="308"/>
                    </a:cubicBezTo>
                    <a:cubicBezTo>
                      <a:pt x="118" y="308"/>
                      <a:pt x="109" y="308"/>
                      <a:pt x="109" y="273"/>
                    </a:cubicBezTo>
                    <a:cubicBezTo>
                      <a:pt x="109" y="227"/>
                      <a:pt x="109" y="181"/>
                      <a:pt x="109" y="135"/>
                    </a:cubicBezTo>
                    <a:cubicBezTo>
                      <a:pt x="109" y="58"/>
                      <a:pt x="163" y="15"/>
                      <a:pt x="212" y="15"/>
                    </a:cubicBezTo>
                    <a:cubicBezTo>
                      <a:pt x="259" y="15"/>
                      <a:pt x="268" y="55"/>
                      <a:pt x="268" y="98"/>
                    </a:cubicBezTo>
                    <a:cubicBezTo>
                      <a:pt x="268" y="157"/>
                      <a:pt x="268" y="215"/>
                      <a:pt x="268" y="273"/>
                    </a:cubicBezTo>
                    <a:cubicBezTo>
                      <a:pt x="268" y="308"/>
                      <a:pt x="259" y="308"/>
                      <a:pt x="208" y="308"/>
                    </a:cubicBezTo>
                    <a:cubicBezTo>
                      <a:pt x="208" y="315"/>
                      <a:pt x="208" y="323"/>
                      <a:pt x="208" y="331"/>
                    </a:cubicBezTo>
                    <a:cubicBezTo>
                      <a:pt x="235" y="329"/>
                      <a:pt x="274" y="327"/>
                      <a:pt x="293" y="327"/>
                    </a:cubicBezTo>
                    <a:cubicBezTo>
                      <a:pt x="313" y="327"/>
                      <a:pt x="353" y="329"/>
                      <a:pt x="379" y="331"/>
                    </a:cubicBezTo>
                    <a:cubicBezTo>
                      <a:pt x="379" y="323"/>
                      <a:pt x="379" y="315"/>
                      <a:pt x="379" y="308"/>
                    </a:cubicBezTo>
                    <a:cubicBezTo>
                      <a:pt x="328" y="308"/>
                      <a:pt x="319" y="308"/>
                      <a:pt x="319" y="273"/>
                    </a:cubicBezTo>
                    <a:cubicBezTo>
                      <a:pt x="319" y="227"/>
                      <a:pt x="319" y="181"/>
                      <a:pt x="319" y="135"/>
                    </a:cubicBezTo>
                    <a:cubicBezTo>
                      <a:pt x="319" y="58"/>
                      <a:pt x="373" y="15"/>
                      <a:pt x="422" y="15"/>
                    </a:cubicBezTo>
                    <a:cubicBezTo>
                      <a:pt x="469" y="15"/>
                      <a:pt x="478" y="55"/>
                      <a:pt x="478" y="98"/>
                    </a:cubicBezTo>
                    <a:cubicBezTo>
                      <a:pt x="478" y="157"/>
                      <a:pt x="478" y="215"/>
                      <a:pt x="478" y="273"/>
                    </a:cubicBezTo>
                    <a:cubicBezTo>
                      <a:pt x="478" y="308"/>
                      <a:pt x="469" y="308"/>
                      <a:pt x="418" y="308"/>
                    </a:cubicBezTo>
                    <a:cubicBezTo>
                      <a:pt x="418" y="315"/>
                      <a:pt x="418" y="323"/>
                      <a:pt x="418" y="331"/>
                    </a:cubicBezTo>
                    <a:cubicBezTo>
                      <a:pt x="443" y="329"/>
                      <a:pt x="482" y="327"/>
                      <a:pt x="503" y="327"/>
                    </a:cubicBezTo>
                    <a:cubicBezTo>
                      <a:pt x="523" y="327"/>
                      <a:pt x="561" y="329"/>
                      <a:pt x="587" y="331"/>
                    </a:cubicBezTo>
                    <a:cubicBezTo>
                      <a:pt x="587" y="323"/>
                      <a:pt x="587" y="315"/>
                      <a:pt x="587" y="308"/>
                    </a:cubicBezTo>
                    <a:cubicBezTo>
                      <a:pt x="548" y="308"/>
                      <a:pt x="529" y="308"/>
                      <a:pt x="529" y="284"/>
                    </a:cubicBezTo>
                    <a:cubicBezTo>
                      <a:pt x="529" y="236"/>
                      <a:pt x="529" y="189"/>
                      <a:pt x="529" y="141"/>
                    </a:cubicBezTo>
                    <a:cubicBezTo>
                      <a:pt x="529" y="77"/>
                      <a:pt x="529" y="53"/>
                      <a:pt x="505" y="28"/>
                    </a:cubicBezTo>
                    <a:cubicBezTo>
                      <a:pt x="495" y="15"/>
                      <a:pt x="469" y="0"/>
                      <a:pt x="426" y="0"/>
                    </a:cubicBezTo>
                    <a:cubicBezTo>
                      <a:pt x="364" y="0"/>
                      <a:pt x="330" y="45"/>
                      <a:pt x="317" y="73"/>
                    </a:cubicBezTo>
                    <a:cubicBezTo>
                      <a:pt x="306" y="8"/>
                      <a:pt x="250" y="0"/>
                      <a:pt x="216" y="0"/>
                    </a:cubicBezTo>
                    <a:cubicBezTo>
                      <a:pt x="163" y="0"/>
                      <a:pt x="126" y="32"/>
                      <a:pt x="105" y="79"/>
                    </a:cubicBezTo>
                    <a:cubicBezTo>
                      <a:pt x="105" y="53"/>
                      <a:pt x="105" y="26"/>
                      <a:pt x="105" y="0"/>
                    </a:cubicBezTo>
                    <a:cubicBezTo>
                      <a:pt x="70" y="3"/>
                      <a:pt x="35" y="6"/>
                      <a:pt x="0" y="8"/>
                    </a:cubicBezTo>
                    <a:cubicBezTo>
                      <a:pt x="0" y="16"/>
                      <a:pt x="0" y="24"/>
                      <a:pt x="0" y="32"/>
                    </a:cubicBezTo>
                    <a:cubicBezTo>
                      <a:pt x="51" y="32"/>
                      <a:pt x="58" y="36"/>
                      <a:pt x="58" y="7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3" name="CustomShape 48"/>
              <p:cNvSpPr/>
              <p:nvPr/>
            </p:nvSpPr>
            <p:spPr>
              <a:xfrm>
                <a:off x="5220720" y="4421880"/>
                <a:ext cx="210240" cy="118080"/>
              </a:xfrm>
              <a:custGeom>
                <a:avLst/>
                <a:gdLst/>
                <a:ahLst/>
                <a:rect l="l" t="t" r="r" b="b"/>
                <a:pathLst>
                  <a:path w="588" h="332">
                    <a:moveTo>
                      <a:pt x="57" y="73"/>
                    </a:moveTo>
                    <a:cubicBezTo>
                      <a:pt x="57" y="140"/>
                      <a:pt x="57" y="206"/>
                      <a:pt x="57" y="273"/>
                    </a:cubicBezTo>
                    <a:cubicBezTo>
                      <a:pt x="57" y="308"/>
                      <a:pt x="49" y="308"/>
                      <a:pt x="0" y="308"/>
                    </a:cubicBezTo>
                    <a:cubicBezTo>
                      <a:pt x="0" y="315"/>
                      <a:pt x="0" y="323"/>
                      <a:pt x="0" y="331"/>
                    </a:cubicBezTo>
                    <a:cubicBezTo>
                      <a:pt x="25" y="329"/>
                      <a:pt x="64" y="327"/>
                      <a:pt x="83" y="327"/>
                    </a:cubicBezTo>
                    <a:cubicBezTo>
                      <a:pt x="102" y="327"/>
                      <a:pt x="143" y="329"/>
                      <a:pt x="169" y="331"/>
                    </a:cubicBezTo>
                    <a:cubicBezTo>
                      <a:pt x="169" y="323"/>
                      <a:pt x="169" y="315"/>
                      <a:pt x="169" y="308"/>
                    </a:cubicBezTo>
                    <a:cubicBezTo>
                      <a:pt x="117" y="308"/>
                      <a:pt x="109" y="308"/>
                      <a:pt x="109" y="273"/>
                    </a:cubicBezTo>
                    <a:cubicBezTo>
                      <a:pt x="109" y="227"/>
                      <a:pt x="109" y="181"/>
                      <a:pt x="109" y="135"/>
                    </a:cubicBezTo>
                    <a:cubicBezTo>
                      <a:pt x="109" y="58"/>
                      <a:pt x="162" y="15"/>
                      <a:pt x="212" y="15"/>
                    </a:cubicBezTo>
                    <a:cubicBezTo>
                      <a:pt x="259" y="15"/>
                      <a:pt x="267" y="55"/>
                      <a:pt x="267" y="98"/>
                    </a:cubicBezTo>
                    <a:cubicBezTo>
                      <a:pt x="267" y="157"/>
                      <a:pt x="267" y="215"/>
                      <a:pt x="267" y="273"/>
                    </a:cubicBezTo>
                    <a:cubicBezTo>
                      <a:pt x="267" y="308"/>
                      <a:pt x="259" y="308"/>
                      <a:pt x="207" y="308"/>
                    </a:cubicBezTo>
                    <a:cubicBezTo>
                      <a:pt x="207" y="315"/>
                      <a:pt x="207" y="323"/>
                      <a:pt x="207" y="331"/>
                    </a:cubicBezTo>
                    <a:cubicBezTo>
                      <a:pt x="235" y="329"/>
                      <a:pt x="274" y="327"/>
                      <a:pt x="293" y="327"/>
                    </a:cubicBezTo>
                    <a:cubicBezTo>
                      <a:pt x="312" y="327"/>
                      <a:pt x="351" y="329"/>
                      <a:pt x="377" y="331"/>
                    </a:cubicBezTo>
                    <a:cubicBezTo>
                      <a:pt x="377" y="323"/>
                      <a:pt x="377" y="315"/>
                      <a:pt x="377" y="308"/>
                    </a:cubicBezTo>
                    <a:cubicBezTo>
                      <a:pt x="327" y="308"/>
                      <a:pt x="319" y="308"/>
                      <a:pt x="319" y="273"/>
                    </a:cubicBezTo>
                    <a:cubicBezTo>
                      <a:pt x="319" y="227"/>
                      <a:pt x="319" y="181"/>
                      <a:pt x="319" y="135"/>
                    </a:cubicBezTo>
                    <a:cubicBezTo>
                      <a:pt x="319" y="58"/>
                      <a:pt x="372" y="15"/>
                      <a:pt x="420" y="15"/>
                    </a:cubicBezTo>
                    <a:cubicBezTo>
                      <a:pt x="469" y="15"/>
                      <a:pt x="475" y="55"/>
                      <a:pt x="475" y="98"/>
                    </a:cubicBezTo>
                    <a:cubicBezTo>
                      <a:pt x="475" y="157"/>
                      <a:pt x="475" y="215"/>
                      <a:pt x="475" y="273"/>
                    </a:cubicBezTo>
                    <a:cubicBezTo>
                      <a:pt x="475" y="308"/>
                      <a:pt x="469" y="308"/>
                      <a:pt x="417" y="308"/>
                    </a:cubicBezTo>
                    <a:cubicBezTo>
                      <a:pt x="417" y="315"/>
                      <a:pt x="417" y="323"/>
                      <a:pt x="417" y="331"/>
                    </a:cubicBezTo>
                    <a:cubicBezTo>
                      <a:pt x="443" y="329"/>
                      <a:pt x="482" y="327"/>
                      <a:pt x="503" y="327"/>
                    </a:cubicBezTo>
                    <a:cubicBezTo>
                      <a:pt x="523" y="327"/>
                      <a:pt x="561" y="329"/>
                      <a:pt x="587" y="331"/>
                    </a:cubicBezTo>
                    <a:cubicBezTo>
                      <a:pt x="587" y="323"/>
                      <a:pt x="587" y="315"/>
                      <a:pt x="587" y="308"/>
                    </a:cubicBezTo>
                    <a:cubicBezTo>
                      <a:pt x="548" y="308"/>
                      <a:pt x="529" y="308"/>
                      <a:pt x="529" y="284"/>
                    </a:cubicBezTo>
                    <a:cubicBezTo>
                      <a:pt x="529" y="236"/>
                      <a:pt x="529" y="189"/>
                      <a:pt x="529" y="141"/>
                    </a:cubicBezTo>
                    <a:cubicBezTo>
                      <a:pt x="529" y="77"/>
                      <a:pt x="529" y="53"/>
                      <a:pt x="505" y="28"/>
                    </a:cubicBezTo>
                    <a:cubicBezTo>
                      <a:pt x="495" y="15"/>
                      <a:pt x="469" y="0"/>
                      <a:pt x="426" y="0"/>
                    </a:cubicBezTo>
                    <a:cubicBezTo>
                      <a:pt x="362" y="0"/>
                      <a:pt x="330" y="45"/>
                      <a:pt x="317" y="73"/>
                    </a:cubicBezTo>
                    <a:cubicBezTo>
                      <a:pt x="306" y="8"/>
                      <a:pt x="250" y="0"/>
                      <a:pt x="216" y="0"/>
                    </a:cubicBezTo>
                    <a:cubicBezTo>
                      <a:pt x="162" y="0"/>
                      <a:pt x="126" y="32"/>
                      <a:pt x="105" y="79"/>
                    </a:cubicBezTo>
                    <a:cubicBezTo>
                      <a:pt x="105" y="53"/>
                      <a:pt x="105" y="26"/>
                      <a:pt x="105" y="0"/>
                    </a:cubicBezTo>
                    <a:cubicBezTo>
                      <a:pt x="70" y="3"/>
                      <a:pt x="35" y="6"/>
                      <a:pt x="0" y="8"/>
                    </a:cubicBezTo>
                    <a:cubicBezTo>
                      <a:pt x="0" y="16"/>
                      <a:pt x="0" y="24"/>
                      <a:pt x="0" y="32"/>
                    </a:cubicBezTo>
                    <a:cubicBezTo>
                      <a:pt x="51" y="32"/>
                      <a:pt x="57" y="36"/>
                      <a:pt x="57" y="7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4" name="CustomShape 49"/>
              <p:cNvSpPr/>
              <p:nvPr/>
            </p:nvSpPr>
            <p:spPr>
              <a:xfrm>
                <a:off x="5445000" y="4420440"/>
                <a:ext cx="104040" cy="122040"/>
              </a:xfrm>
              <a:custGeom>
                <a:avLst/>
                <a:gdLst/>
                <a:ahLst/>
                <a:rect l="l" t="t" r="r" b="b"/>
                <a:pathLst>
                  <a:path w="293" h="343">
                    <a:moveTo>
                      <a:pt x="65" y="145"/>
                    </a:moveTo>
                    <a:cubicBezTo>
                      <a:pt x="69" y="34"/>
                      <a:pt x="131" y="15"/>
                      <a:pt x="157" y="15"/>
                    </a:cubicBezTo>
                    <a:cubicBezTo>
                      <a:pt x="234" y="15"/>
                      <a:pt x="242" y="117"/>
                      <a:pt x="242" y="145"/>
                    </a:cubicBezTo>
                    <a:cubicBezTo>
                      <a:pt x="183" y="145"/>
                      <a:pt x="124" y="145"/>
                      <a:pt x="65" y="145"/>
                    </a:cubicBezTo>
                    <a:moveTo>
                      <a:pt x="62" y="162"/>
                    </a:moveTo>
                    <a:cubicBezTo>
                      <a:pt x="132" y="162"/>
                      <a:pt x="202" y="162"/>
                      <a:pt x="272" y="162"/>
                    </a:cubicBezTo>
                    <a:cubicBezTo>
                      <a:pt x="290" y="162"/>
                      <a:pt x="292" y="162"/>
                      <a:pt x="292" y="145"/>
                    </a:cubicBezTo>
                    <a:cubicBezTo>
                      <a:pt x="292" y="72"/>
                      <a:pt x="251" y="0"/>
                      <a:pt x="157" y="0"/>
                    </a:cubicBezTo>
                    <a:cubicBezTo>
                      <a:pt x="69" y="0"/>
                      <a:pt x="0" y="77"/>
                      <a:pt x="0" y="168"/>
                    </a:cubicBezTo>
                    <a:cubicBezTo>
                      <a:pt x="0" y="269"/>
                      <a:pt x="80" y="342"/>
                      <a:pt x="165" y="342"/>
                    </a:cubicBezTo>
                    <a:cubicBezTo>
                      <a:pt x="257" y="342"/>
                      <a:pt x="292" y="260"/>
                      <a:pt x="292" y="245"/>
                    </a:cubicBezTo>
                    <a:cubicBezTo>
                      <a:pt x="292" y="237"/>
                      <a:pt x="285" y="237"/>
                      <a:pt x="283" y="237"/>
                    </a:cubicBezTo>
                    <a:cubicBezTo>
                      <a:pt x="275" y="237"/>
                      <a:pt x="275" y="241"/>
                      <a:pt x="272" y="247"/>
                    </a:cubicBezTo>
                    <a:cubicBezTo>
                      <a:pt x="247" y="324"/>
                      <a:pt x="178" y="324"/>
                      <a:pt x="172" y="324"/>
                    </a:cubicBezTo>
                    <a:cubicBezTo>
                      <a:pt x="133" y="324"/>
                      <a:pt x="103" y="301"/>
                      <a:pt x="86" y="273"/>
                    </a:cubicBezTo>
                    <a:cubicBezTo>
                      <a:pt x="62" y="237"/>
                      <a:pt x="62" y="188"/>
                      <a:pt x="62" y="16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5" name="CustomShape 50"/>
              <p:cNvSpPr/>
              <p:nvPr/>
            </p:nvSpPr>
            <p:spPr>
              <a:xfrm>
                <a:off x="5567040" y="4354200"/>
                <a:ext cx="133200" cy="188280"/>
              </a:xfrm>
              <a:custGeom>
                <a:avLst/>
                <a:gdLst/>
                <a:ahLst/>
                <a:rect l="l" t="t" r="r" b="b"/>
                <a:pathLst>
                  <a:path w="374" h="527">
                    <a:moveTo>
                      <a:pt x="261" y="476"/>
                    </a:moveTo>
                    <a:cubicBezTo>
                      <a:pt x="261" y="493"/>
                      <a:pt x="261" y="509"/>
                      <a:pt x="261" y="526"/>
                    </a:cubicBezTo>
                    <a:cubicBezTo>
                      <a:pt x="298" y="523"/>
                      <a:pt x="336" y="521"/>
                      <a:pt x="373" y="519"/>
                    </a:cubicBezTo>
                    <a:cubicBezTo>
                      <a:pt x="373" y="511"/>
                      <a:pt x="373" y="503"/>
                      <a:pt x="373" y="496"/>
                    </a:cubicBezTo>
                    <a:cubicBezTo>
                      <a:pt x="319" y="496"/>
                      <a:pt x="313" y="489"/>
                      <a:pt x="313" y="453"/>
                    </a:cubicBezTo>
                    <a:cubicBezTo>
                      <a:pt x="313" y="302"/>
                      <a:pt x="313" y="151"/>
                      <a:pt x="313" y="0"/>
                    </a:cubicBezTo>
                    <a:cubicBezTo>
                      <a:pt x="277" y="2"/>
                      <a:pt x="241" y="4"/>
                      <a:pt x="206" y="6"/>
                    </a:cubicBezTo>
                    <a:cubicBezTo>
                      <a:pt x="206" y="14"/>
                      <a:pt x="206" y="22"/>
                      <a:pt x="206" y="30"/>
                    </a:cubicBezTo>
                    <a:cubicBezTo>
                      <a:pt x="257" y="30"/>
                      <a:pt x="263" y="36"/>
                      <a:pt x="263" y="73"/>
                    </a:cubicBezTo>
                    <a:cubicBezTo>
                      <a:pt x="263" y="126"/>
                      <a:pt x="263" y="179"/>
                      <a:pt x="263" y="233"/>
                    </a:cubicBezTo>
                    <a:cubicBezTo>
                      <a:pt x="242" y="207"/>
                      <a:pt x="210" y="188"/>
                      <a:pt x="169" y="188"/>
                    </a:cubicBezTo>
                    <a:cubicBezTo>
                      <a:pt x="79" y="188"/>
                      <a:pt x="0" y="261"/>
                      <a:pt x="0" y="357"/>
                    </a:cubicBezTo>
                    <a:cubicBezTo>
                      <a:pt x="0" y="453"/>
                      <a:pt x="75" y="526"/>
                      <a:pt x="161" y="526"/>
                    </a:cubicBezTo>
                    <a:cubicBezTo>
                      <a:pt x="208" y="526"/>
                      <a:pt x="242" y="500"/>
                      <a:pt x="261" y="476"/>
                    </a:cubicBezTo>
                    <a:moveTo>
                      <a:pt x="261" y="276"/>
                    </a:moveTo>
                    <a:cubicBezTo>
                      <a:pt x="261" y="327"/>
                      <a:pt x="261" y="378"/>
                      <a:pt x="261" y="429"/>
                    </a:cubicBezTo>
                    <a:cubicBezTo>
                      <a:pt x="261" y="444"/>
                      <a:pt x="261" y="444"/>
                      <a:pt x="253" y="457"/>
                    </a:cubicBezTo>
                    <a:cubicBezTo>
                      <a:pt x="231" y="493"/>
                      <a:pt x="197" y="511"/>
                      <a:pt x="165" y="511"/>
                    </a:cubicBezTo>
                    <a:cubicBezTo>
                      <a:pt x="131" y="511"/>
                      <a:pt x="103" y="491"/>
                      <a:pt x="86" y="461"/>
                    </a:cubicBezTo>
                    <a:cubicBezTo>
                      <a:pt x="66" y="431"/>
                      <a:pt x="64" y="389"/>
                      <a:pt x="64" y="359"/>
                    </a:cubicBezTo>
                    <a:cubicBezTo>
                      <a:pt x="64" y="331"/>
                      <a:pt x="64" y="286"/>
                      <a:pt x="86" y="252"/>
                    </a:cubicBezTo>
                    <a:cubicBezTo>
                      <a:pt x="103" y="229"/>
                      <a:pt x="131" y="203"/>
                      <a:pt x="171" y="203"/>
                    </a:cubicBezTo>
                    <a:cubicBezTo>
                      <a:pt x="197" y="203"/>
                      <a:pt x="229" y="216"/>
                      <a:pt x="253" y="248"/>
                    </a:cubicBezTo>
                    <a:cubicBezTo>
                      <a:pt x="261" y="261"/>
                      <a:pt x="261" y="263"/>
                      <a:pt x="261" y="276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6" name="CustomShape 51"/>
              <p:cNvSpPr/>
              <p:nvPr/>
            </p:nvSpPr>
            <p:spPr>
              <a:xfrm>
                <a:off x="5717520" y="4360320"/>
                <a:ext cx="56520" cy="179640"/>
              </a:xfrm>
              <a:custGeom>
                <a:avLst/>
                <a:gdLst/>
                <a:ahLst/>
                <a:rect l="l" t="t" r="r" b="b"/>
                <a:pathLst>
                  <a:path w="161" h="503">
                    <a:moveTo>
                      <a:pt x="109" y="171"/>
                    </a:moveTo>
                    <a:cubicBezTo>
                      <a:pt x="74" y="174"/>
                      <a:pt x="39" y="177"/>
                      <a:pt x="4" y="179"/>
                    </a:cubicBezTo>
                    <a:cubicBezTo>
                      <a:pt x="4" y="187"/>
                      <a:pt x="4" y="195"/>
                      <a:pt x="4" y="203"/>
                    </a:cubicBezTo>
                    <a:cubicBezTo>
                      <a:pt x="53" y="203"/>
                      <a:pt x="60" y="207"/>
                      <a:pt x="60" y="244"/>
                    </a:cubicBezTo>
                    <a:cubicBezTo>
                      <a:pt x="60" y="311"/>
                      <a:pt x="60" y="377"/>
                      <a:pt x="60" y="444"/>
                    </a:cubicBezTo>
                    <a:cubicBezTo>
                      <a:pt x="60" y="479"/>
                      <a:pt x="51" y="479"/>
                      <a:pt x="0" y="479"/>
                    </a:cubicBezTo>
                    <a:cubicBezTo>
                      <a:pt x="0" y="486"/>
                      <a:pt x="0" y="494"/>
                      <a:pt x="0" y="502"/>
                    </a:cubicBezTo>
                    <a:cubicBezTo>
                      <a:pt x="25" y="500"/>
                      <a:pt x="66" y="498"/>
                      <a:pt x="83" y="498"/>
                    </a:cubicBezTo>
                    <a:cubicBezTo>
                      <a:pt x="109" y="498"/>
                      <a:pt x="137" y="500"/>
                      <a:pt x="160" y="502"/>
                    </a:cubicBezTo>
                    <a:cubicBezTo>
                      <a:pt x="160" y="494"/>
                      <a:pt x="160" y="486"/>
                      <a:pt x="160" y="479"/>
                    </a:cubicBezTo>
                    <a:cubicBezTo>
                      <a:pt x="111" y="479"/>
                      <a:pt x="109" y="474"/>
                      <a:pt x="109" y="444"/>
                    </a:cubicBezTo>
                    <a:cubicBezTo>
                      <a:pt x="109" y="353"/>
                      <a:pt x="109" y="262"/>
                      <a:pt x="109" y="171"/>
                    </a:cubicBezTo>
                    <a:moveTo>
                      <a:pt x="111" y="41"/>
                    </a:moveTo>
                    <a:cubicBezTo>
                      <a:pt x="111" y="17"/>
                      <a:pt x="94" y="0"/>
                      <a:pt x="73" y="0"/>
                    </a:cubicBezTo>
                    <a:cubicBezTo>
                      <a:pt x="49" y="0"/>
                      <a:pt x="32" y="21"/>
                      <a:pt x="32" y="41"/>
                    </a:cubicBezTo>
                    <a:cubicBezTo>
                      <a:pt x="32" y="60"/>
                      <a:pt x="49" y="79"/>
                      <a:pt x="73" y="79"/>
                    </a:cubicBezTo>
                    <a:cubicBezTo>
                      <a:pt x="94" y="79"/>
                      <a:pt x="111" y="64"/>
                      <a:pt x="111" y="41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7" name="CustomShape 52"/>
              <p:cNvSpPr/>
              <p:nvPr/>
            </p:nvSpPr>
            <p:spPr>
              <a:xfrm>
                <a:off x="5795280" y="4420440"/>
                <a:ext cx="121680" cy="122040"/>
              </a:xfrm>
              <a:custGeom>
                <a:avLst/>
                <a:gdLst/>
                <a:ahLst/>
                <a:rect l="l" t="t" r="r" b="b"/>
                <a:pathLst>
                  <a:path w="342" h="343">
                    <a:moveTo>
                      <a:pt x="219" y="277"/>
                    </a:moveTo>
                    <a:cubicBezTo>
                      <a:pt x="223" y="307"/>
                      <a:pt x="242" y="339"/>
                      <a:pt x="279" y="339"/>
                    </a:cubicBezTo>
                    <a:cubicBezTo>
                      <a:pt x="294" y="339"/>
                      <a:pt x="341" y="329"/>
                      <a:pt x="341" y="267"/>
                    </a:cubicBezTo>
                    <a:cubicBezTo>
                      <a:pt x="341" y="253"/>
                      <a:pt x="341" y="240"/>
                      <a:pt x="341" y="226"/>
                    </a:cubicBezTo>
                    <a:cubicBezTo>
                      <a:pt x="334" y="226"/>
                      <a:pt x="328" y="226"/>
                      <a:pt x="322" y="226"/>
                    </a:cubicBezTo>
                    <a:cubicBezTo>
                      <a:pt x="322" y="240"/>
                      <a:pt x="322" y="253"/>
                      <a:pt x="322" y="267"/>
                    </a:cubicBezTo>
                    <a:cubicBezTo>
                      <a:pt x="322" y="312"/>
                      <a:pt x="302" y="316"/>
                      <a:pt x="294" y="316"/>
                    </a:cubicBezTo>
                    <a:cubicBezTo>
                      <a:pt x="270" y="316"/>
                      <a:pt x="266" y="282"/>
                      <a:pt x="266" y="277"/>
                    </a:cubicBezTo>
                    <a:cubicBezTo>
                      <a:pt x="266" y="228"/>
                      <a:pt x="266" y="178"/>
                      <a:pt x="266" y="128"/>
                    </a:cubicBezTo>
                    <a:cubicBezTo>
                      <a:pt x="266" y="98"/>
                      <a:pt x="266" y="68"/>
                      <a:pt x="238" y="40"/>
                    </a:cubicBezTo>
                    <a:cubicBezTo>
                      <a:pt x="210" y="10"/>
                      <a:pt x="172" y="0"/>
                      <a:pt x="135" y="0"/>
                    </a:cubicBezTo>
                    <a:cubicBezTo>
                      <a:pt x="75" y="0"/>
                      <a:pt x="22" y="34"/>
                      <a:pt x="22" y="83"/>
                    </a:cubicBezTo>
                    <a:cubicBezTo>
                      <a:pt x="22" y="106"/>
                      <a:pt x="37" y="119"/>
                      <a:pt x="56" y="119"/>
                    </a:cubicBezTo>
                    <a:cubicBezTo>
                      <a:pt x="77" y="119"/>
                      <a:pt x="92" y="104"/>
                      <a:pt x="92" y="85"/>
                    </a:cubicBezTo>
                    <a:cubicBezTo>
                      <a:pt x="92" y="74"/>
                      <a:pt x="88" y="51"/>
                      <a:pt x="54" y="49"/>
                    </a:cubicBezTo>
                    <a:cubicBezTo>
                      <a:pt x="73" y="23"/>
                      <a:pt x="109" y="15"/>
                      <a:pt x="135" y="15"/>
                    </a:cubicBezTo>
                    <a:cubicBezTo>
                      <a:pt x="172" y="15"/>
                      <a:pt x="214" y="45"/>
                      <a:pt x="214" y="111"/>
                    </a:cubicBezTo>
                    <a:cubicBezTo>
                      <a:pt x="214" y="120"/>
                      <a:pt x="214" y="129"/>
                      <a:pt x="214" y="139"/>
                    </a:cubicBezTo>
                    <a:cubicBezTo>
                      <a:pt x="176" y="141"/>
                      <a:pt x="122" y="143"/>
                      <a:pt x="75" y="166"/>
                    </a:cubicBezTo>
                    <a:cubicBezTo>
                      <a:pt x="19" y="192"/>
                      <a:pt x="0" y="230"/>
                      <a:pt x="0" y="262"/>
                    </a:cubicBezTo>
                    <a:cubicBezTo>
                      <a:pt x="0" y="324"/>
                      <a:pt x="73" y="342"/>
                      <a:pt x="120" y="342"/>
                    </a:cubicBezTo>
                    <a:cubicBezTo>
                      <a:pt x="169" y="342"/>
                      <a:pt x="206" y="312"/>
                      <a:pt x="219" y="277"/>
                    </a:cubicBezTo>
                    <a:moveTo>
                      <a:pt x="214" y="153"/>
                    </a:moveTo>
                    <a:cubicBezTo>
                      <a:pt x="214" y="178"/>
                      <a:pt x="214" y="203"/>
                      <a:pt x="214" y="228"/>
                    </a:cubicBezTo>
                    <a:cubicBezTo>
                      <a:pt x="214" y="301"/>
                      <a:pt x="161" y="327"/>
                      <a:pt x="127" y="327"/>
                    </a:cubicBezTo>
                    <a:cubicBezTo>
                      <a:pt x="90" y="327"/>
                      <a:pt x="58" y="299"/>
                      <a:pt x="58" y="262"/>
                    </a:cubicBezTo>
                    <a:cubicBezTo>
                      <a:pt x="58" y="222"/>
                      <a:pt x="90" y="160"/>
                      <a:pt x="214" y="15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8" name="CustomShape 53"/>
              <p:cNvSpPr/>
              <p:nvPr/>
            </p:nvSpPr>
            <p:spPr>
              <a:xfrm>
                <a:off x="5924880" y="4375080"/>
                <a:ext cx="83880" cy="167400"/>
              </a:xfrm>
              <a:custGeom>
                <a:avLst/>
                <a:gdLst/>
                <a:ahLst/>
                <a:rect l="l" t="t" r="r" b="b"/>
                <a:pathLst>
                  <a:path w="237" h="469">
                    <a:moveTo>
                      <a:pt x="116" y="162"/>
                    </a:moveTo>
                    <a:cubicBezTo>
                      <a:pt x="152" y="162"/>
                      <a:pt x="187" y="162"/>
                      <a:pt x="223" y="162"/>
                    </a:cubicBezTo>
                    <a:cubicBezTo>
                      <a:pt x="223" y="154"/>
                      <a:pt x="223" y="146"/>
                      <a:pt x="223" y="138"/>
                    </a:cubicBezTo>
                    <a:cubicBezTo>
                      <a:pt x="187" y="138"/>
                      <a:pt x="152" y="138"/>
                      <a:pt x="116" y="138"/>
                    </a:cubicBezTo>
                    <a:cubicBezTo>
                      <a:pt x="116" y="92"/>
                      <a:pt x="116" y="46"/>
                      <a:pt x="116" y="0"/>
                    </a:cubicBezTo>
                    <a:cubicBezTo>
                      <a:pt x="109" y="0"/>
                      <a:pt x="103" y="0"/>
                      <a:pt x="97" y="0"/>
                    </a:cubicBezTo>
                    <a:cubicBezTo>
                      <a:pt x="97" y="62"/>
                      <a:pt x="73" y="141"/>
                      <a:pt x="0" y="145"/>
                    </a:cubicBezTo>
                    <a:cubicBezTo>
                      <a:pt x="0" y="151"/>
                      <a:pt x="0" y="156"/>
                      <a:pt x="0" y="162"/>
                    </a:cubicBezTo>
                    <a:cubicBezTo>
                      <a:pt x="22" y="162"/>
                      <a:pt x="43" y="162"/>
                      <a:pt x="64" y="162"/>
                    </a:cubicBezTo>
                    <a:cubicBezTo>
                      <a:pt x="64" y="230"/>
                      <a:pt x="64" y="299"/>
                      <a:pt x="64" y="367"/>
                    </a:cubicBezTo>
                    <a:cubicBezTo>
                      <a:pt x="64" y="459"/>
                      <a:pt x="133" y="468"/>
                      <a:pt x="161" y="468"/>
                    </a:cubicBezTo>
                    <a:cubicBezTo>
                      <a:pt x="214" y="468"/>
                      <a:pt x="236" y="414"/>
                      <a:pt x="236" y="367"/>
                    </a:cubicBezTo>
                    <a:cubicBezTo>
                      <a:pt x="236" y="353"/>
                      <a:pt x="236" y="339"/>
                      <a:pt x="236" y="324"/>
                    </a:cubicBezTo>
                    <a:cubicBezTo>
                      <a:pt x="229" y="324"/>
                      <a:pt x="223" y="324"/>
                      <a:pt x="217" y="324"/>
                    </a:cubicBezTo>
                    <a:cubicBezTo>
                      <a:pt x="217" y="338"/>
                      <a:pt x="217" y="351"/>
                      <a:pt x="217" y="365"/>
                    </a:cubicBezTo>
                    <a:cubicBezTo>
                      <a:pt x="217" y="421"/>
                      <a:pt x="193" y="450"/>
                      <a:pt x="165" y="450"/>
                    </a:cubicBezTo>
                    <a:cubicBezTo>
                      <a:pt x="116" y="450"/>
                      <a:pt x="116" y="382"/>
                      <a:pt x="116" y="369"/>
                    </a:cubicBezTo>
                    <a:cubicBezTo>
                      <a:pt x="116" y="300"/>
                      <a:pt x="116" y="231"/>
                      <a:pt x="116" y="16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9" name="CustomShape 54"/>
              <p:cNvSpPr/>
              <p:nvPr/>
            </p:nvSpPr>
            <p:spPr>
              <a:xfrm>
                <a:off x="6032880" y="4420440"/>
                <a:ext cx="104040" cy="122040"/>
              </a:xfrm>
              <a:custGeom>
                <a:avLst/>
                <a:gdLst/>
                <a:ahLst/>
                <a:rect l="l" t="t" r="r" b="b"/>
                <a:pathLst>
                  <a:path w="293" h="343">
                    <a:moveTo>
                      <a:pt x="62" y="145"/>
                    </a:moveTo>
                    <a:cubicBezTo>
                      <a:pt x="67" y="34"/>
                      <a:pt x="131" y="15"/>
                      <a:pt x="157" y="15"/>
                    </a:cubicBezTo>
                    <a:cubicBezTo>
                      <a:pt x="234" y="15"/>
                      <a:pt x="240" y="117"/>
                      <a:pt x="240" y="145"/>
                    </a:cubicBezTo>
                    <a:cubicBezTo>
                      <a:pt x="181" y="145"/>
                      <a:pt x="122" y="145"/>
                      <a:pt x="62" y="145"/>
                    </a:cubicBezTo>
                    <a:moveTo>
                      <a:pt x="62" y="162"/>
                    </a:moveTo>
                    <a:cubicBezTo>
                      <a:pt x="132" y="162"/>
                      <a:pt x="202" y="162"/>
                      <a:pt x="272" y="162"/>
                    </a:cubicBezTo>
                    <a:cubicBezTo>
                      <a:pt x="287" y="162"/>
                      <a:pt x="292" y="162"/>
                      <a:pt x="292" y="145"/>
                    </a:cubicBezTo>
                    <a:cubicBezTo>
                      <a:pt x="292" y="72"/>
                      <a:pt x="251" y="0"/>
                      <a:pt x="157" y="0"/>
                    </a:cubicBezTo>
                    <a:cubicBezTo>
                      <a:pt x="69" y="0"/>
                      <a:pt x="0" y="77"/>
                      <a:pt x="0" y="168"/>
                    </a:cubicBezTo>
                    <a:cubicBezTo>
                      <a:pt x="0" y="269"/>
                      <a:pt x="77" y="342"/>
                      <a:pt x="165" y="342"/>
                    </a:cubicBezTo>
                    <a:cubicBezTo>
                      <a:pt x="257" y="342"/>
                      <a:pt x="292" y="260"/>
                      <a:pt x="292" y="245"/>
                    </a:cubicBezTo>
                    <a:cubicBezTo>
                      <a:pt x="292" y="237"/>
                      <a:pt x="285" y="237"/>
                      <a:pt x="281" y="237"/>
                    </a:cubicBezTo>
                    <a:cubicBezTo>
                      <a:pt x="274" y="237"/>
                      <a:pt x="272" y="241"/>
                      <a:pt x="270" y="247"/>
                    </a:cubicBezTo>
                    <a:cubicBezTo>
                      <a:pt x="244" y="324"/>
                      <a:pt x="176" y="324"/>
                      <a:pt x="169" y="324"/>
                    </a:cubicBezTo>
                    <a:cubicBezTo>
                      <a:pt x="131" y="324"/>
                      <a:pt x="101" y="301"/>
                      <a:pt x="84" y="273"/>
                    </a:cubicBezTo>
                    <a:cubicBezTo>
                      <a:pt x="62" y="237"/>
                      <a:pt x="62" y="188"/>
                      <a:pt x="62" y="16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0" name="CustomShape 55"/>
              <p:cNvSpPr/>
              <p:nvPr/>
            </p:nvSpPr>
            <p:spPr>
              <a:xfrm>
                <a:off x="6161040" y="4338720"/>
                <a:ext cx="61200" cy="268200"/>
              </a:xfrm>
              <a:custGeom>
                <a:avLst/>
                <a:gdLst/>
                <a:ahLst/>
                <a:rect l="l" t="t" r="r" b="b"/>
                <a:pathLst>
                  <a:path w="174" h="749">
                    <a:moveTo>
                      <a:pt x="173" y="374"/>
                    </a:moveTo>
                    <a:cubicBezTo>
                      <a:pt x="173" y="316"/>
                      <a:pt x="167" y="225"/>
                      <a:pt x="124" y="141"/>
                    </a:cubicBezTo>
                    <a:cubicBezTo>
                      <a:pt x="79" y="49"/>
                      <a:pt x="15" y="0"/>
                      <a:pt x="6" y="0"/>
                    </a:cubicBezTo>
                    <a:cubicBezTo>
                      <a:pt x="2" y="0"/>
                      <a:pt x="0" y="2"/>
                      <a:pt x="0" y="7"/>
                    </a:cubicBezTo>
                    <a:cubicBezTo>
                      <a:pt x="0" y="11"/>
                      <a:pt x="0" y="11"/>
                      <a:pt x="15" y="26"/>
                    </a:cubicBezTo>
                    <a:cubicBezTo>
                      <a:pt x="88" y="98"/>
                      <a:pt x="131" y="218"/>
                      <a:pt x="131" y="374"/>
                    </a:cubicBezTo>
                    <a:cubicBezTo>
                      <a:pt x="131" y="502"/>
                      <a:pt x="103" y="633"/>
                      <a:pt x="8" y="729"/>
                    </a:cubicBezTo>
                    <a:cubicBezTo>
                      <a:pt x="0" y="737"/>
                      <a:pt x="0" y="737"/>
                      <a:pt x="0" y="739"/>
                    </a:cubicBezTo>
                    <a:cubicBezTo>
                      <a:pt x="0" y="746"/>
                      <a:pt x="2" y="748"/>
                      <a:pt x="6" y="748"/>
                    </a:cubicBezTo>
                    <a:cubicBezTo>
                      <a:pt x="15" y="748"/>
                      <a:pt x="83" y="697"/>
                      <a:pt x="126" y="603"/>
                    </a:cubicBezTo>
                    <a:cubicBezTo>
                      <a:pt x="165" y="519"/>
                      <a:pt x="173" y="436"/>
                      <a:pt x="173" y="374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1" name="CustomShape 56"/>
              <p:cNvSpPr/>
              <p:nvPr/>
            </p:nvSpPr>
            <p:spPr>
              <a:xfrm>
                <a:off x="6341400" y="4441680"/>
                <a:ext cx="179640" cy="62280"/>
              </a:xfrm>
              <a:custGeom>
                <a:avLst/>
                <a:gdLst/>
                <a:ahLst/>
                <a:rect l="l" t="t" r="r" b="b"/>
                <a:pathLst>
                  <a:path w="503" h="177">
                    <a:moveTo>
                      <a:pt x="476" y="30"/>
                    </a:moveTo>
                    <a:cubicBezTo>
                      <a:pt x="487" y="30"/>
                      <a:pt x="502" y="30"/>
                      <a:pt x="502" y="15"/>
                    </a:cubicBezTo>
                    <a:cubicBezTo>
                      <a:pt x="502" y="0"/>
                      <a:pt x="487" y="0"/>
                      <a:pt x="476" y="0"/>
                    </a:cubicBezTo>
                    <a:cubicBezTo>
                      <a:pt x="325" y="0"/>
                      <a:pt x="175" y="0"/>
                      <a:pt x="24" y="0"/>
                    </a:cubicBezTo>
                    <a:cubicBezTo>
                      <a:pt x="15" y="0"/>
                      <a:pt x="0" y="0"/>
                      <a:pt x="0" y="15"/>
                    </a:cubicBezTo>
                    <a:cubicBezTo>
                      <a:pt x="0" y="30"/>
                      <a:pt x="15" y="30"/>
                      <a:pt x="26" y="30"/>
                    </a:cubicBezTo>
                    <a:cubicBezTo>
                      <a:pt x="176" y="30"/>
                      <a:pt x="326" y="30"/>
                      <a:pt x="476" y="30"/>
                    </a:cubicBezTo>
                    <a:moveTo>
                      <a:pt x="476" y="176"/>
                    </a:moveTo>
                    <a:cubicBezTo>
                      <a:pt x="487" y="176"/>
                      <a:pt x="502" y="176"/>
                      <a:pt x="502" y="161"/>
                    </a:cubicBezTo>
                    <a:cubicBezTo>
                      <a:pt x="502" y="146"/>
                      <a:pt x="487" y="146"/>
                      <a:pt x="476" y="146"/>
                    </a:cubicBezTo>
                    <a:cubicBezTo>
                      <a:pt x="326" y="146"/>
                      <a:pt x="176" y="146"/>
                      <a:pt x="26" y="146"/>
                    </a:cubicBezTo>
                    <a:cubicBezTo>
                      <a:pt x="15" y="146"/>
                      <a:pt x="0" y="146"/>
                      <a:pt x="0" y="161"/>
                    </a:cubicBezTo>
                    <a:cubicBezTo>
                      <a:pt x="0" y="176"/>
                      <a:pt x="15" y="176"/>
                      <a:pt x="24" y="176"/>
                    </a:cubicBezTo>
                    <a:cubicBezTo>
                      <a:pt x="175" y="176"/>
                      <a:pt x="325" y="176"/>
                      <a:pt x="476" y="176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2" name="CustomShape 57"/>
              <p:cNvSpPr/>
              <p:nvPr/>
            </p:nvSpPr>
            <p:spPr>
              <a:xfrm>
                <a:off x="6636240" y="4361040"/>
                <a:ext cx="88560" cy="178920"/>
              </a:xfrm>
              <a:custGeom>
                <a:avLst/>
                <a:gdLst/>
                <a:ahLst/>
                <a:rect l="l" t="t" r="r" b="b"/>
                <a:pathLst>
                  <a:path w="250" h="501">
                    <a:moveTo>
                      <a:pt x="154" y="19"/>
                    </a:moveTo>
                    <a:cubicBezTo>
                      <a:pt x="154" y="2"/>
                      <a:pt x="154" y="0"/>
                      <a:pt x="137" y="0"/>
                    </a:cubicBezTo>
                    <a:cubicBezTo>
                      <a:pt x="92" y="49"/>
                      <a:pt x="26" y="49"/>
                      <a:pt x="0" y="49"/>
                    </a:cubicBezTo>
                    <a:cubicBezTo>
                      <a:pt x="0" y="57"/>
                      <a:pt x="0" y="65"/>
                      <a:pt x="0" y="73"/>
                    </a:cubicBezTo>
                    <a:cubicBezTo>
                      <a:pt x="15" y="73"/>
                      <a:pt x="60" y="73"/>
                      <a:pt x="99" y="54"/>
                    </a:cubicBezTo>
                    <a:cubicBezTo>
                      <a:pt x="99" y="182"/>
                      <a:pt x="99" y="311"/>
                      <a:pt x="99" y="440"/>
                    </a:cubicBezTo>
                    <a:cubicBezTo>
                      <a:pt x="99" y="466"/>
                      <a:pt x="96" y="477"/>
                      <a:pt x="30" y="477"/>
                    </a:cubicBezTo>
                    <a:cubicBezTo>
                      <a:pt x="22" y="477"/>
                      <a:pt x="14" y="477"/>
                      <a:pt x="6" y="477"/>
                    </a:cubicBezTo>
                    <a:cubicBezTo>
                      <a:pt x="6" y="484"/>
                      <a:pt x="6" y="492"/>
                      <a:pt x="6" y="500"/>
                    </a:cubicBezTo>
                    <a:cubicBezTo>
                      <a:pt x="32" y="496"/>
                      <a:pt x="96" y="496"/>
                      <a:pt x="126" y="496"/>
                    </a:cubicBezTo>
                    <a:cubicBezTo>
                      <a:pt x="156" y="496"/>
                      <a:pt x="223" y="496"/>
                      <a:pt x="249" y="500"/>
                    </a:cubicBezTo>
                    <a:cubicBezTo>
                      <a:pt x="249" y="492"/>
                      <a:pt x="249" y="484"/>
                      <a:pt x="249" y="477"/>
                    </a:cubicBezTo>
                    <a:cubicBezTo>
                      <a:pt x="241" y="477"/>
                      <a:pt x="233" y="477"/>
                      <a:pt x="225" y="477"/>
                    </a:cubicBezTo>
                    <a:cubicBezTo>
                      <a:pt x="156" y="477"/>
                      <a:pt x="154" y="468"/>
                      <a:pt x="154" y="440"/>
                    </a:cubicBezTo>
                    <a:cubicBezTo>
                      <a:pt x="154" y="300"/>
                      <a:pt x="154" y="160"/>
                      <a:pt x="154" y="1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3" name="CustomShape 58"/>
              <p:cNvSpPr/>
              <p:nvPr/>
            </p:nvSpPr>
            <p:spPr>
              <a:xfrm>
                <a:off x="6830640" y="4467960"/>
                <a:ext cx="164880" cy="9720"/>
              </a:xfrm>
              <a:custGeom>
                <a:avLst/>
                <a:gdLst/>
                <a:ahLst/>
                <a:rect l="l" t="t" r="r" b="b"/>
                <a:pathLst>
                  <a:path w="462" h="31">
                    <a:moveTo>
                      <a:pt x="435" y="30"/>
                    </a:moveTo>
                    <a:cubicBezTo>
                      <a:pt x="448" y="30"/>
                      <a:pt x="461" y="30"/>
                      <a:pt x="461" y="15"/>
                    </a:cubicBezTo>
                    <a:cubicBezTo>
                      <a:pt x="461" y="0"/>
                      <a:pt x="448" y="0"/>
                      <a:pt x="435" y="0"/>
                    </a:cubicBezTo>
                    <a:cubicBezTo>
                      <a:pt x="299" y="0"/>
                      <a:pt x="162" y="0"/>
                      <a:pt x="26" y="0"/>
                    </a:cubicBezTo>
                    <a:cubicBezTo>
                      <a:pt x="13" y="0"/>
                      <a:pt x="0" y="0"/>
                      <a:pt x="0" y="15"/>
                    </a:cubicBezTo>
                    <a:cubicBezTo>
                      <a:pt x="0" y="30"/>
                      <a:pt x="13" y="30"/>
                      <a:pt x="26" y="30"/>
                    </a:cubicBezTo>
                    <a:cubicBezTo>
                      <a:pt x="162" y="30"/>
                      <a:pt x="299" y="30"/>
                      <a:pt x="435" y="3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4" name="CustomShape 59"/>
              <p:cNvSpPr/>
              <p:nvPr/>
            </p:nvSpPr>
            <p:spPr>
              <a:xfrm>
                <a:off x="7089840" y="4356360"/>
                <a:ext cx="192600" cy="183600"/>
              </a:xfrm>
              <a:custGeom>
                <a:avLst/>
                <a:gdLst/>
                <a:ahLst/>
                <a:rect l="l" t="t" r="r" b="b"/>
                <a:pathLst>
                  <a:path w="539" h="514">
                    <a:moveTo>
                      <a:pt x="199" y="276"/>
                    </a:moveTo>
                    <a:cubicBezTo>
                      <a:pt x="242" y="276"/>
                      <a:pt x="285" y="276"/>
                      <a:pt x="328" y="276"/>
                    </a:cubicBezTo>
                    <a:cubicBezTo>
                      <a:pt x="433" y="276"/>
                      <a:pt x="538" y="197"/>
                      <a:pt x="538" y="114"/>
                    </a:cubicBezTo>
                    <a:cubicBezTo>
                      <a:pt x="538" y="56"/>
                      <a:pt x="489" y="0"/>
                      <a:pt x="390" y="0"/>
                    </a:cubicBezTo>
                    <a:cubicBezTo>
                      <a:pt x="309" y="0"/>
                      <a:pt x="227" y="0"/>
                      <a:pt x="146" y="0"/>
                    </a:cubicBezTo>
                    <a:cubicBezTo>
                      <a:pt x="133" y="0"/>
                      <a:pt x="124" y="0"/>
                      <a:pt x="124" y="15"/>
                    </a:cubicBezTo>
                    <a:cubicBezTo>
                      <a:pt x="124" y="24"/>
                      <a:pt x="131" y="24"/>
                      <a:pt x="146" y="24"/>
                    </a:cubicBezTo>
                    <a:cubicBezTo>
                      <a:pt x="154" y="24"/>
                      <a:pt x="169" y="26"/>
                      <a:pt x="178" y="26"/>
                    </a:cubicBezTo>
                    <a:cubicBezTo>
                      <a:pt x="191" y="28"/>
                      <a:pt x="195" y="30"/>
                      <a:pt x="195" y="39"/>
                    </a:cubicBezTo>
                    <a:cubicBezTo>
                      <a:pt x="195" y="41"/>
                      <a:pt x="193" y="43"/>
                      <a:pt x="191" y="52"/>
                    </a:cubicBezTo>
                    <a:cubicBezTo>
                      <a:pt x="157" y="185"/>
                      <a:pt x="124" y="319"/>
                      <a:pt x="90" y="453"/>
                    </a:cubicBezTo>
                    <a:cubicBezTo>
                      <a:pt x="84" y="483"/>
                      <a:pt x="81" y="490"/>
                      <a:pt x="21" y="490"/>
                    </a:cubicBezTo>
                    <a:cubicBezTo>
                      <a:pt x="9" y="490"/>
                      <a:pt x="0" y="490"/>
                      <a:pt x="0" y="502"/>
                    </a:cubicBezTo>
                    <a:cubicBezTo>
                      <a:pt x="0" y="513"/>
                      <a:pt x="11" y="513"/>
                      <a:pt x="13" y="513"/>
                    </a:cubicBezTo>
                    <a:cubicBezTo>
                      <a:pt x="34" y="513"/>
                      <a:pt x="86" y="509"/>
                      <a:pt x="107" y="509"/>
                    </a:cubicBezTo>
                    <a:cubicBezTo>
                      <a:pt x="124" y="509"/>
                      <a:pt x="139" y="511"/>
                      <a:pt x="156" y="511"/>
                    </a:cubicBezTo>
                    <a:cubicBezTo>
                      <a:pt x="174" y="511"/>
                      <a:pt x="189" y="513"/>
                      <a:pt x="206" y="513"/>
                    </a:cubicBezTo>
                    <a:cubicBezTo>
                      <a:pt x="210" y="513"/>
                      <a:pt x="221" y="513"/>
                      <a:pt x="221" y="496"/>
                    </a:cubicBezTo>
                    <a:cubicBezTo>
                      <a:pt x="221" y="490"/>
                      <a:pt x="214" y="490"/>
                      <a:pt x="199" y="490"/>
                    </a:cubicBezTo>
                    <a:cubicBezTo>
                      <a:pt x="171" y="490"/>
                      <a:pt x="150" y="490"/>
                      <a:pt x="150" y="475"/>
                    </a:cubicBezTo>
                    <a:cubicBezTo>
                      <a:pt x="150" y="470"/>
                      <a:pt x="152" y="466"/>
                      <a:pt x="152" y="462"/>
                    </a:cubicBezTo>
                    <a:cubicBezTo>
                      <a:pt x="168" y="400"/>
                      <a:pt x="184" y="338"/>
                      <a:pt x="199" y="276"/>
                    </a:cubicBezTo>
                    <a:moveTo>
                      <a:pt x="253" y="54"/>
                    </a:moveTo>
                    <a:cubicBezTo>
                      <a:pt x="259" y="26"/>
                      <a:pt x="261" y="24"/>
                      <a:pt x="294" y="24"/>
                    </a:cubicBezTo>
                    <a:cubicBezTo>
                      <a:pt x="318" y="24"/>
                      <a:pt x="342" y="24"/>
                      <a:pt x="366" y="24"/>
                    </a:cubicBezTo>
                    <a:cubicBezTo>
                      <a:pt x="429" y="24"/>
                      <a:pt x="469" y="45"/>
                      <a:pt x="469" y="96"/>
                    </a:cubicBezTo>
                    <a:cubicBezTo>
                      <a:pt x="469" y="126"/>
                      <a:pt x="454" y="190"/>
                      <a:pt x="424" y="216"/>
                    </a:cubicBezTo>
                    <a:cubicBezTo>
                      <a:pt x="386" y="250"/>
                      <a:pt x="341" y="257"/>
                      <a:pt x="309" y="257"/>
                    </a:cubicBezTo>
                    <a:cubicBezTo>
                      <a:pt x="273" y="257"/>
                      <a:pt x="237" y="257"/>
                      <a:pt x="201" y="257"/>
                    </a:cubicBezTo>
                    <a:cubicBezTo>
                      <a:pt x="219" y="189"/>
                      <a:pt x="236" y="121"/>
                      <a:pt x="253" y="54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5" name="CustomShape 60"/>
              <p:cNvSpPr/>
              <p:nvPr/>
            </p:nvSpPr>
            <p:spPr>
              <a:xfrm>
                <a:off x="7318080" y="4338720"/>
                <a:ext cx="61560" cy="268200"/>
              </a:xfrm>
              <a:custGeom>
                <a:avLst/>
                <a:gdLst/>
                <a:ahLst/>
                <a:rect l="l" t="t" r="r" b="b"/>
                <a:pathLst>
                  <a:path w="175" h="749">
                    <a:moveTo>
                      <a:pt x="174" y="739"/>
                    </a:moveTo>
                    <a:cubicBezTo>
                      <a:pt x="174" y="737"/>
                      <a:pt x="174" y="737"/>
                      <a:pt x="161" y="724"/>
                    </a:cubicBezTo>
                    <a:cubicBezTo>
                      <a:pt x="67" y="630"/>
                      <a:pt x="43" y="489"/>
                      <a:pt x="43" y="374"/>
                    </a:cubicBezTo>
                    <a:cubicBezTo>
                      <a:pt x="43" y="244"/>
                      <a:pt x="71" y="113"/>
                      <a:pt x="165" y="19"/>
                    </a:cubicBezTo>
                    <a:cubicBezTo>
                      <a:pt x="174" y="11"/>
                      <a:pt x="174" y="11"/>
                      <a:pt x="174" y="7"/>
                    </a:cubicBezTo>
                    <a:cubicBezTo>
                      <a:pt x="174" y="2"/>
                      <a:pt x="172" y="0"/>
                      <a:pt x="167" y="0"/>
                    </a:cubicBezTo>
                    <a:cubicBezTo>
                      <a:pt x="159" y="0"/>
                      <a:pt x="90" y="51"/>
                      <a:pt x="47" y="145"/>
                    </a:cubicBezTo>
                    <a:cubicBezTo>
                      <a:pt x="9" y="229"/>
                      <a:pt x="0" y="312"/>
                      <a:pt x="0" y="374"/>
                    </a:cubicBezTo>
                    <a:cubicBezTo>
                      <a:pt x="0" y="432"/>
                      <a:pt x="7" y="524"/>
                      <a:pt x="50" y="607"/>
                    </a:cubicBezTo>
                    <a:cubicBezTo>
                      <a:pt x="95" y="699"/>
                      <a:pt x="159" y="748"/>
                      <a:pt x="167" y="748"/>
                    </a:cubicBezTo>
                    <a:cubicBezTo>
                      <a:pt x="172" y="748"/>
                      <a:pt x="174" y="746"/>
                      <a:pt x="174" y="73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6" name="CustomShape 61"/>
              <p:cNvSpPr/>
              <p:nvPr/>
            </p:nvSpPr>
            <p:spPr>
              <a:xfrm>
                <a:off x="7405200" y="4420440"/>
                <a:ext cx="102600" cy="122040"/>
              </a:xfrm>
              <a:custGeom>
                <a:avLst/>
                <a:gdLst/>
                <a:ahLst/>
                <a:rect l="l" t="t" r="r" b="b"/>
                <a:pathLst>
                  <a:path w="289" h="343">
                    <a:moveTo>
                      <a:pt x="65" y="171"/>
                    </a:moveTo>
                    <a:cubicBezTo>
                      <a:pt x="65" y="49"/>
                      <a:pt x="125" y="17"/>
                      <a:pt x="165" y="17"/>
                    </a:cubicBezTo>
                    <a:cubicBezTo>
                      <a:pt x="172" y="17"/>
                      <a:pt x="219" y="19"/>
                      <a:pt x="247" y="45"/>
                    </a:cubicBezTo>
                    <a:cubicBezTo>
                      <a:pt x="215" y="47"/>
                      <a:pt x="210" y="70"/>
                      <a:pt x="210" y="79"/>
                    </a:cubicBezTo>
                    <a:cubicBezTo>
                      <a:pt x="210" y="100"/>
                      <a:pt x="223" y="115"/>
                      <a:pt x="245" y="115"/>
                    </a:cubicBezTo>
                    <a:cubicBezTo>
                      <a:pt x="264" y="115"/>
                      <a:pt x="279" y="102"/>
                      <a:pt x="279" y="79"/>
                    </a:cubicBezTo>
                    <a:cubicBezTo>
                      <a:pt x="279" y="27"/>
                      <a:pt x="223" y="0"/>
                      <a:pt x="165" y="0"/>
                    </a:cubicBezTo>
                    <a:cubicBezTo>
                      <a:pt x="71" y="0"/>
                      <a:pt x="0" y="79"/>
                      <a:pt x="0" y="173"/>
                    </a:cubicBezTo>
                    <a:cubicBezTo>
                      <a:pt x="0" y="269"/>
                      <a:pt x="75" y="342"/>
                      <a:pt x="163" y="342"/>
                    </a:cubicBezTo>
                    <a:cubicBezTo>
                      <a:pt x="264" y="342"/>
                      <a:pt x="288" y="253"/>
                      <a:pt x="288" y="245"/>
                    </a:cubicBezTo>
                    <a:cubicBezTo>
                      <a:pt x="288" y="238"/>
                      <a:pt x="281" y="237"/>
                      <a:pt x="279" y="237"/>
                    </a:cubicBezTo>
                    <a:cubicBezTo>
                      <a:pt x="273" y="237"/>
                      <a:pt x="270" y="241"/>
                      <a:pt x="268" y="245"/>
                    </a:cubicBezTo>
                    <a:cubicBezTo>
                      <a:pt x="247" y="314"/>
                      <a:pt x="198" y="324"/>
                      <a:pt x="170" y="324"/>
                    </a:cubicBezTo>
                    <a:cubicBezTo>
                      <a:pt x="131" y="324"/>
                      <a:pt x="65" y="292"/>
                      <a:pt x="65" y="1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7" name="CustomShape 62"/>
              <p:cNvSpPr/>
              <p:nvPr/>
            </p:nvSpPr>
            <p:spPr>
              <a:xfrm>
                <a:off x="7517880" y="4354200"/>
                <a:ext cx="135720" cy="185760"/>
              </a:xfrm>
              <a:custGeom>
                <a:avLst/>
                <a:gdLst/>
                <a:ahLst/>
                <a:rect l="l" t="t" r="r" b="b"/>
                <a:pathLst>
                  <a:path w="381" h="520">
                    <a:moveTo>
                      <a:pt x="60" y="461"/>
                    </a:moveTo>
                    <a:cubicBezTo>
                      <a:pt x="60" y="496"/>
                      <a:pt x="52" y="496"/>
                      <a:pt x="0" y="496"/>
                    </a:cubicBezTo>
                    <a:cubicBezTo>
                      <a:pt x="0" y="503"/>
                      <a:pt x="0" y="511"/>
                      <a:pt x="0" y="519"/>
                    </a:cubicBezTo>
                    <a:cubicBezTo>
                      <a:pt x="26" y="517"/>
                      <a:pt x="65" y="515"/>
                      <a:pt x="86" y="515"/>
                    </a:cubicBezTo>
                    <a:cubicBezTo>
                      <a:pt x="105" y="515"/>
                      <a:pt x="144" y="517"/>
                      <a:pt x="170" y="519"/>
                    </a:cubicBezTo>
                    <a:cubicBezTo>
                      <a:pt x="170" y="511"/>
                      <a:pt x="170" y="503"/>
                      <a:pt x="170" y="496"/>
                    </a:cubicBezTo>
                    <a:cubicBezTo>
                      <a:pt x="120" y="496"/>
                      <a:pt x="112" y="496"/>
                      <a:pt x="112" y="461"/>
                    </a:cubicBezTo>
                    <a:cubicBezTo>
                      <a:pt x="112" y="415"/>
                      <a:pt x="112" y="369"/>
                      <a:pt x="112" y="323"/>
                    </a:cubicBezTo>
                    <a:cubicBezTo>
                      <a:pt x="112" y="246"/>
                      <a:pt x="165" y="203"/>
                      <a:pt x="213" y="203"/>
                    </a:cubicBezTo>
                    <a:cubicBezTo>
                      <a:pt x="260" y="203"/>
                      <a:pt x="268" y="243"/>
                      <a:pt x="268" y="286"/>
                    </a:cubicBezTo>
                    <a:cubicBezTo>
                      <a:pt x="268" y="345"/>
                      <a:pt x="268" y="403"/>
                      <a:pt x="268" y="461"/>
                    </a:cubicBezTo>
                    <a:cubicBezTo>
                      <a:pt x="268" y="496"/>
                      <a:pt x="260" y="496"/>
                      <a:pt x="210" y="496"/>
                    </a:cubicBezTo>
                    <a:cubicBezTo>
                      <a:pt x="210" y="503"/>
                      <a:pt x="210" y="511"/>
                      <a:pt x="210" y="519"/>
                    </a:cubicBezTo>
                    <a:cubicBezTo>
                      <a:pt x="236" y="517"/>
                      <a:pt x="275" y="515"/>
                      <a:pt x="296" y="515"/>
                    </a:cubicBezTo>
                    <a:cubicBezTo>
                      <a:pt x="315" y="515"/>
                      <a:pt x="354" y="517"/>
                      <a:pt x="380" y="519"/>
                    </a:cubicBezTo>
                    <a:cubicBezTo>
                      <a:pt x="380" y="511"/>
                      <a:pt x="380" y="503"/>
                      <a:pt x="380" y="496"/>
                    </a:cubicBezTo>
                    <a:cubicBezTo>
                      <a:pt x="341" y="496"/>
                      <a:pt x="322" y="496"/>
                      <a:pt x="320" y="472"/>
                    </a:cubicBezTo>
                    <a:cubicBezTo>
                      <a:pt x="320" y="424"/>
                      <a:pt x="320" y="377"/>
                      <a:pt x="320" y="329"/>
                    </a:cubicBezTo>
                    <a:cubicBezTo>
                      <a:pt x="320" y="265"/>
                      <a:pt x="320" y="241"/>
                      <a:pt x="298" y="216"/>
                    </a:cubicBezTo>
                    <a:cubicBezTo>
                      <a:pt x="288" y="203"/>
                      <a:pt x="262" y="188"/>
                      <a:pt x="219" y="188"/>
                    </a:cubicBezTo>
                    <a:cubicBezTo>
                      <a:pt x="155" y="188"/>
                      <a:pt x="122" y="233"/>
                      <a:pt x="110" y="261"/>
                    </a:cubicBezTo>
                    <a:cubicBezTo>
                      <a:pt x="110" y="174"/>
                      <a:pt x="110" y="87"/>
                      <a:pt x="110" y="0"/>
                    </a:cubicBezTo>
                    <a:cubicBezTo>
                      <a:pt x="73" y="2"/>
                      <a:pt x="37" y="4"/>
                      <a:pt x="0" y="6"/>
                    </a:cubicBezTo>
                    <a:cubicBezTo>
                      <a:pt x="0" y="14"/>
                      <a:pt x="0" y="22"/>
                      <a:pt x="0" y="30"/>
                    </a:cubicBezTo>
                    <a:cubicBezTo>
                      <a:pt x="54" y="30"/>
                      <a:pt x="60" y="36"/>
                      <a:pt x="60" y="73"/>
                    </a:cubicBezTo>
                    <a:cubicBezTo>
                      <a:pt x="60" y="202"/>
                      <a:pt x="60" y="332"/>
                      <a:pt x="60" y="461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8" name="CustomShape 63"/>
              <p:cNvSpPr/>
              <p:nvPr/>
            </p:nvSpPr>
            <p:spPr>
              <a:xfrm>
                <a:off x="7667640" y="4420440"/>
                <a:ext cx="119160" cy="122040"/>
              </a:xfrm>
              <a:custGeom>
                <a:avLst/>
                <a:gdLst/>
                <a:ahLst/>
                <a:rect l="l" t="t" r="r" b="b"/>
                <a:pathLst>
                  <a:path w="335" h="343">
                    <a:moveTo>
                      <a:pt x="334" y="175"/>
                    </a:moveTo>
                    <a:cubicBezTo>
                      <a:pt x="334" y="79"/>
                      <a:pt x="259" y="0"/>
                      <a:pt x="167" y="0"/>
                    </a:cubicBezTo>
                    <a:cubicBezTo>
                      <a:pt x="73" y="0"/>
                      <a:pt x="0" y="81"/>
                      <a:pt x="0" y="175"/>
                    </a:cubicBezTo>
                    <a:cubicBezTo>
                      <a:pt x="0" y="271"/>
                      <a:pt x="79" y="342"/>
                      <a:pt x="167" y="342"/>
                    </a:cubicBezTo>
                    <a:cubicBezTo>
                      <a:pt x="257" y="342"/>
                      <a:pt x="334" y="269"/>
                      <a:pt x="334" y="175"/>
                    </a:cubicBezTo>
                    <a:moveTo>
                      <a:pt x="167" y="324"/>
                    </a:moveTo>
                    <a:cubicBezTo>
                      <a:pt x="135" y="324"/>
                      <a:pt x="101" y="307"/>
                      <a:pt x="82" y="273"/>
                    </a:cubicBezTo>
                    <a:cubicBezTo>
                      <a:pt x="62" y="241"/>
                      <a:pt x="62" y="194"/>
                      <a:pt x="62" y="168"/>
                    </a:cubicBezTo>
                    <a:cubicBezTo>
                      <a:pt x="62" y="139"/>
                      <a:pt x="62" y="98"/>
                      <a:pt x="82" y="66"/>
                    </a:cubicBezTo>
                    <a:cubicBezTo>
                      <a:pt x="101" y="32"/>
                      <a:pt x="137" y="15"/>
                      <a:pt x="167" y="15"/>
                    </a:cubicBezTo>
                    <a:cubicBezTo>
                      <a:pt x="199" y="15"/>
                      <a:pt x="232" y="32"/>
                      <a:pt x="251" y="64"/>
                    </a:cubicBezTo>
                    <a:cubicBezTo>
                      <a:pt x="270" y="96"/>
                      <a:pt x="270" y="139"/>
                      <a:pt x="270" y="168"/>
                    </a:cubicBezTo>
                    <a:cubicBezTo>
                      <a:pt x="270" y="194"/>
                      <a:pt x="270" y="235"/>
                      <a:pt x="255" y="269"/>
                    </a:cubicBezTo>
                    <a:cubicBezTo>
                      <a:pt x="238" y="301"/>
                      <a:pt x="206" y="324"/>
                      <a:pt x="167" y="324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9" name="CustomShape 64"/>
              <p:cNvSpPr/>
              <p:nvPr/>
            </p:nvSpPr>
            <p:spPr>
              <a:xfrm>
                <a:off x="7810560" y="4420440"/>
                <a:ext cx="119160" cy="122040"/>
              </a:xfrm>
              <a:custGeom>
                <a:avLst/>
                <a:gdLst/>
                <a:ahLst/>
                <a:rect l="l" t="t" r="r" b="b"/>
                <a:pathLst>
                  <a:path w="335" h="343">
                    <a:moveTo>
                      <a:pt x="334" y="175"/>
                    </a:moveTo>
                    <a:cubicBezTo>
                      <a:pt x="334" y="79"/>
                      <a:pt x="259" y="0"/>
                      <a:pt x="167" y="0"/>
                    </a:cubicBezTo>
                    <a:cubicBezTo>
                      <a:pt x="75" y="0"/>
                      <a:pt x="0" y="81"/>
                      <a:pt x="0" y="175"/>
                    </a:cubicBezTo>
                    <a:cubicBezTo>
                      <a:pt x="0" y="271"/>
                      <a:pt x="79" y="342"/>
                      <a:pt x="167" y="342"/>
                    </a:cubicBezTo>
                    <a:cubicBezTo>
                      <a:pt x="259" y="342"/>
                      <a:pt x="334" y="269"/>
                      <a:pt x="334" y="175"/>
                    </a:cubicBezTo>
                    <a:moveTo>
                      <a:pt x="167" y="324"/>
                    </a:moveTo>
                    <a:cubicBezTo>
                      <a:pt x="135" y="324"/>
                      <a:pt x="102" y="307"/>
                      <a:pt x="81" y="273"/>
                    </a:cubicBezTo>
                    <a:cubicBezTo>
                      <a:pt x="64" y="241"/>
                      <a:pt x="64" y="194"/>
                      <a:pt x="64" y="168"/>
                    </a:cubicBezTo>
                    <a:cubicBezTo>
                      <a:pt x="64" y="139"/>
                      <a:pt x="64" y="98"/>
                      <a:pt x="81" y="66"/>
                    </a:cubicBezTo>
                    <a:cubicBezTo>
                      <a:pt x="102" y="32"/>
                      <a:pt x="137" y="15"/>
                      <a:pt x="167" y="15"/>
                    </a:cubicBezTo>
                    <a:cubicBezTo>
                      <a:pt x="201" y="15"/>
                      <a:pt x="233" y="32"/>
                      <a:pt x="252" y="64"/>
                    </a:cubicBezTo>
                    <a:cubicBezTo>
                      <a:pt x="272" y="96"/>
                      <a:pt x="272" y="139"/>
                      <a:pt x="272" y="168"/>
                    </a:cubicBezTo>
                    <a:cubicBezTo>
                      <a:pt x="272" y="194"/>
                      <a:pt x="272" y="235"/>
                      <a:pt x="255" y="269"/>
                    </a:cubicBezTo>
                    <a:cubicBezTo>
                      <a:pt x="240" y="301"/>
                      <a:pt x="205" y="324"/>
                      <a:pt x="167" y="324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0" name="CustomShape 65"/>
              <p:cNvSpPr/>
              <p:nvPr/>
            </p:nvSpPr>
            <p:spPr>
              <a:xfrm>
                <a:off x="7947720" y="4420440"/>
                <a:ext cx="87480" cy="122040"/>
              </a:xfrm>
              <a:custGeom>
                <a:avLst/>
                <a:gdLst/>
                <a:ahLst/>
                <a:rect l="l" t="t" r="r" b="b"/>
                <a:pathLst>
                  <a:path w="247" h="343">
                    <a:moveTo>
                      <a:pt x="131" y="190"/>
                    </a:moveTo>
                    <a:cubicBezTo>
                      <a:pt x="148" y="192"/>
                      <a:pt x="210" y="205"/>
                      <a:pt x="210" y="258"/>
                    </a:cubicBezTo>
                    <a:cubicBezTo>
                      <a:pt x="210" y="297"/>
                      <a:pt x="184" y="327"/>
                      <a:pt x="124" y="327"/>
                    </a:cubicBezTo>
                    <a:cubicBezTo>
                      <a:pt x="62" y="327"/>
                      <a:pt x="34" y="284"/>
                      <a:pt x="19" y="220"/>
                    </a:cubicBezTo>
                    <a:cubicBezTo>
                      <a:pt x="17" y="209"/>
                      <a:pt x="17" y="207"/>
                      <a:pt x="9" y="207"/>
                    </a:cubicBezTo>
                    <a:cubicBezTo>
                      <a:pt x="0" y="207"/>
                      <a:pt x="0" y="211"/>
                      <a:pt x="0" y="226"/>
                    </a:cubicBezTo>
                    <a:cubicBezTo>
                      <a:pt x="0" y="259"/>
                      <a:pt x="0" y="292"/>
                      <a:pt x="0" y="324"/>
                    </a:cubicBezTo>
                    <a:cubicBezTo>
                      <a:pt x="0" y="337"/>
                      <a:pt x="0" y="342"/>
                      <a:pt x="9" y="342"/>
                    </a:cubicBezTo>
                    <a:cubicBezTo>
                      <a:pt x="13" y="342"/>
                      <a:pt x="13" y="342"/>
                      <a:pt x="28" y="327"/>
                    </a:cubicBezTo>
                    <a:cubicBezTo>
                      <a:pt x="33" y="321"/>
                      <a:pt x="28" y="324"/>
                      <a:pt x="43" y="309"/>
                    </a:cubicBezTo>
                    <a:cubicBezTo>
                      <a:pt x="75" y="342"/>
                      <a:pt x="109" y="342"/>
                      <a:pt x="124" y="342"/>
                    </a:cubicBezTo>
                    <a:cubicBezTo>
                      <a:pt x="212" y="342"/>
                      <a:pt x="246" y="292"/>
                      <a:pt x="246" y="239"/>
                    </a:cubicBezTo>
                    <a:cubicBezTo>
                      <a:pt x="246" y="198"/>
                      <a:pt x="223" y="177"/>
                      <a:pt x="214" y="166"/>
                    </a:cubicBezTo>
                    <a:cubicBezTo>
                      <a:pt x="189" y="143"/>
                      <a:pt x="161" y="136"/>
                      <a:pt x="129" y="132"/>
                    </a:cubicBezTo>
                    <a:cubicBezTo>
                      <a:pt x="86" y="124"/>
                      <a:pt x="36" y="113"/>
                      <a:pt x="36" y="70"/>
                    </a:cubicBezTo>
                    <a:cubicBezTo>
                      <a:pt x="36" y="45"/>
                      <a:pt x="56" y="12"/>
                      <a:pt x="120" y="12"/>
                    </a:cubicBezTo>
                    <a:cubicBezTo>
                      <a:pt x="204" y="12"/>
                      <a:pt x="208" y="81"/>
                      <a:pt x="208" y="104"/>
                    </a:cubicBezTo>
                    <a:cubicBezTo>
                      <a:pt x="210" y="111"/>
                      <a:pt x="214" y="109"/>
                      <a:pt x="216" y="111"/>
                    </a:cubicBezTo>
                    <a:cubicBezTo>
                      <a:pt x="227" y="111"/>
                      <a:pt x="227" y="106"/>
                      <a:pt x="227" y="92"/>
                    </a:cubicBezTo>
                    <a:cubicBezTo>
                      <a:pt x="227" y="67"/>
                      <a:pt x="227" y="42"/>
                      <a:pt x="227" y="17"/>
                    </a:cubicBezTo>
                    <a:cubicBezTo>
                      <a:pt x="227" y="4"/>
                      <a:pt x="227" y="0"/>
                      <a:pt x="219" y="0"/>
                    </a:cubicBezTo>
                    <a:cubicBezTo>
                      <a:pt x="214" y="0"/>
                      <a:pt x="214" y="0"/>
                      <a:pt x="204" y="8"/>
                    </a:cubicBezTo>
                    <a:cubicBezTo>
                      <a:pt x="201" y="10"/>
                      <a:pt x="195" y="17"/>
                      <a:pt x="191" y="19"/>
                    </a:cubicBezTo>
                    <a:cubicBezTo>
                      <a:pt x="163" y="0"/>
                      <a:pt x="131" y="0"/>
                      <a:pt x="120" y="0"/>
                    </a:cubicBezTo>
                    <a:cubicBezTo>
                      <a:pt x="28" y="0"/>
                      <a:pt x="0" y="49"/>
                      <a:pt x="0" y="92"/>
                    </a:cubicBezTo>
                    <a:cubicBezTo>
                      <a:pt x="0" y="117"/>
                      <a:pt x="13" y="139"/>
                      <a:pt x="32" y="153"/>
                    </a:cubicBezTo>
                    <a:cubicBezTo>
                      <a:pt x="56" y="175"/>
                      <a:pt x="77" y="179"/>
                      <a:pt x="131" y="19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1" name="CustomShape 66"/>
              <p:cNvSpPr/>
              <p:nvPr/>
            </p:nvSpPr>
            <p:spPr>
              <a:xfrm>
                <a:off x="8053560" y="4420440"/>
                <a:ext cx="103680" cy="122040"/>
              </a:xfrm>
              <a:custGeom>
                <a:avLst/>
                <a:gdLst/>
                <a:ahLst/>
                <a:rect l="l" t="t" r="r" b="b"/>
                <a:pathLst>
                  <a:path w="292" h="343">
                    <a:moveTo>
                      <a:pt x="62" y="145"/>
                    </a:moveTo>
                    <a:cubicBezTo>
                      <a:pt x="66" y="34"/>
                      <a:pt x="130" y="15"/>
                      <a:pt x="156" y="15"/>
                    </a:cubicBezTo>
                    <a:cubicBezTo>
                      <a:pt x="233" y="15"/>
                      <a:pt x="242" y="117"/>
                      <a:pt x="242" y="145"/>
                    </a:cubicBezTo>
                    <a:cubicBezTo>
                      <a:pt x="182" y="145"/>
                      <a:pt x="122" y="145"/>
                      <a:pt x="62" y="145"/>
                    </a:cubicBezTo>
                    <a:moveTo>
                      <a:pt x="62" y="162"/>
                    </a:moveTo>
                    <a:cubicBezTo>
                      <a:pt x="132" y="162"/>
                      <a:pt x="202" y="162"/>
                      <a:pt x="272" y="162"/>
                    </a:cubicBezTo>
                    <a:cubicBezTo>
                      <a:pt x="289" y="162"/>
                      <a:pt x="291" y="162"/>
                      <a:pt x="291" y="145"/>
                    </a:cubicBezTo>
                    <a:cubicBezTo>
                      <a:pt x="291" y="72"/>
                      <a:pt x="250" y="0"/>
                      <a:pt x="156" y="0"/>
                    </a:cubicBezTo>
                    <a:cubicBezTo>
                      <a:pt x="68" y="0"/>
                      <a:pt x="0" y="77"/>
                      <a:pt x="0" y="168"/>
                    </a:cubicBezTo>
                    <a:cubicBezTo>
                      <a:pt x="0" y="269"/>
                      <a:pt x="79" y="342"/>
                      <a:pt x="165" y="342"/>
                    </a:cubicBezTo>
                    <a:cubicBezTo>
                      <a:pt x="257" y="342"/>
                      <a:pt x="291" y="260"/>
                      <a:pt x="291" y="245"/>
                    </a:cubicBezTo>
                    <a:cubicBezTo>
                      <a:pt x="291" y="237"/>
                      <a:pt x="285" y="237"/>
                      <a:pt x="280" y="237"/>
                    </a:cubicBezTo>
                    <a:cubicBezTo>
                      <a:pt x="274" y="237"/>
                      <a:pt x="272" y="241"/>
                      <a:pt x="272" y="247"/>
                    </a:cubicBezTo>
                    <a:cubicBezTo>
                      <a:pt x="244" y="324"/>
                      <a:pt x="177" y="324"/>
                      <a:pt x="169" y="324"/>
                    </a:cubicBezTo>
                    <a:cubicBezTo>
                      <a:pt x="132" y="324"/>
                      <a:pt x="102" y="301"/>
                      <a:pt x="85" y="273"/>
                    </a:cubicBezTo>
                    <a:cubicBezTo>
                      <a:pt x="62" y="237"/>
                      <a:pt x="62" y="188"/>
                      <a:pt x="62" y="16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2" name="CustomShape 67"/>
              <p:cNvSpPr/>
              <p:nvPr/>
            </p:nvSpPr>
            <p:spPr>
              <a:xfrm>
                <a:off x="8265600" y="4354200"/>
                <a:ext cx="132480" cy="188280"/>
              </a:xfrm>
              <a:custGeom>
                <a:avLst/>
                <a:gdLst/>
                <a:ahLst/>
                <a:rect l="l" t="t" r="r" b="b"/>
                <a:pathLst>
                  <a:path w="372" h="527">
                    <a:moveTo>
                      <a:pt x="261" y="476"/>
                    </a:moveTo>
                    <a:cubicBezTo>
                      <a:pt x="261" y="493"/>
                      <a:pt x="261" y="509"/>
                      <a:pt x="261" y="526"/>
                    </a:cubicBezTo>
                    <a:cubicBezTo>
                      <a:pt x="298" y="523"/>
                      <a:pt x="334" y="521"/>
                      <a:pt x="371" y="519"/>
                    </a:cubicBezTo>
                    <a:cubicBezTo>
                      <a:pt x="371" y="511"/>
                      <a:pt x="371" y="503"/>
                      <a:pt x="371" y="496"/>
                    </a:cubicBezTo>
                    <a:cubicBezTo>
                      <a:pt x="319" y="496"/>
                      <a:pt x="313" y="489"/>
                      <a:pt x="313" y="453"/>
                    </a:cubicBezTo>
                    <a:cubicBezTo>
                      <a:pt x="313" y="302"/>
                      <a:pt x="313" y="151"/>
                      <a:pt x="313" y="0"/>
                    </a:cubicBezTo>
                    <a:cubicBezTo>
                      <a:pt x="276" y="2"/>
                      <a:pt x="240" y="4"/>
                      <a:pt x="203" y="6"/>
                    </a:cubicBezTo>
                    <a:cubicBezTo>
                      <a:pt x="203" y="14"/>
                      <a:pt x="203" y="22"/>
                      <a:pt x="203" y="30"/>
                    </a:cubicBezTo>
                    <a:cubicBezTo>
                      <a:pt x="257" y="30"/>
                      <a:pt x="263" y="36"/>
                      <a:pt x="263" y="73"/>
                    </a:cubicBezTo>
                    <a:cubicBezTo>
                      <a:pt x="263" y="126"/>
                      <a:pt x="263" y="179"/>
                      <a:pt x="263" y="233"/>
                    </a:cubicBezTo>
                    <a:cubicBezTo>
                      <a:pt x="242" y="207"/>
                      <a:pt x="210" y="188"/>
                      <a:pt x="169" y="188"/>
                    </a:cubicBezTo>
                    <a:cubicBezTo>
                      <a:pt x="79" y="188"/>
                      <a:pt x="0" y="261"/>
                      <a:pt x="0" y="357"/>
                    </a:cubicBezTo>
                    <a:cubicBezTo>
                      <a:pt x="0" y="453"/>
                      <a:pt x="75" y="526"/>
                      <a:pt x="161" y="526"/>
                    </a:cubicBezTo>
                    <a:cubicBezTo>
                      <a:pt x="208" y="526"/>
                      <a:pt x="242" y="500"/>
                      <a:pt x="261" y="476"/>
                    </a:cubicBezTo>
                    <a:moveTo>
                      <a:pt x="261" y="276"/>
                    </a:moveTo>
                    <a:cubicBezTo>
                      <a:pt x="261" y="327"/>
                      <a:pt x="261" y="378"/>
                      <a:pt x="261" y="429"/>
                    </a:cubicBezTo>
                    <a:cubicBezTo>
                      <a:pt x="261" y="444"/>
                      <a:pt x="261" y="444"/>
                      <a:pt x="253" y="457"/>
                    </a:cubicBezTo>
                    <a:cubicBezTo>
                      <a:pt x="229" y="493"/>
                      <a:pt x="197" y="511"/>
                      <a:pt x="163" y="511"/>
                    </a:cubicBezTo>
                    <a:cubicBezTo>
                      <a:pt x="131" y="511"/>
                      <a:pt x="103" y="491"/>
                      <a:pt x="86" y="461"/>
                    </a:cubicBezTo>
                    <a:cubicBezTo>
                      <a:pt x="64" y="431"/>
                      <a:pt x="62" y="389"/>
                      <a:pt x="62" y="359"/>
                    </a:cubicBezTo>
                    <a:cubicBezTo>
                      <a:pt x="62" y="331"/>
                      <a:pt x="64" y="286"/>
                      <a:pt x="86" y="252"/>
                    </a:cubicBezTo>
                    <a:cubicBezTo>
                      <a:pt x="103" y="229"/>
                      <a:pt x="131" y="203"/>
                      <a:pt x="171" y="203"/>
                    </a:cubicBezTo>
                    <a:cubicBezTo>
                      <a:pt x="197" y="203"/>
                      <a:pt x="229" y="216"/>
                      <a:pt x="253" y="248"/>
                    </a:cubicBezTo>
                    <a:cubicBezTo>
                      <a:pt x="261" y="261"/>
                      <a:pt x="261" y="263"/>
                      <a:pt x="261" y="276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3" name="CustomShape 68"/>
              <p:cNvSpPr/>
              <p:nvPr/>
            </p:nvSpPr>
            <p:spPr>
              <a:xfrm>
                <a:off x="8414280" y="4420440"/>
                <a:ext cx="104040" cy="122040"/>
              </a:xfrm>
              <a:custGeom>
                <a:avLst/>
                <a:gdLst/>
                <a:ahLst/>
                <a:rect l="l" t="t" r="r" b="b"/>
                <a:pathLst>
                  <a:path w="293" h="343">
                    <a:moveTo>
                      <a:pt x="65" y="145"/>
                    </a:moveTo>
                    <a:cubicBezTo>
                      <a:pt x="69" y="34"/>
                      <a:pt x="133" y="15"/>
                      <a:pt x="157" y="15"/>
                    </a:cubicBezTo>
                    <a:cubicBezTo>
                      <a:pt x="236" y="15"/>
                      <a:pt x="243" y="117"/>
                      <a:pt x="243" y="145"/>
                    </a:cubicBezTo>
                    <a:cubicBezTo>
                      <a:pt x="183" y="145"/>
                      <a:pt x="124" y="145"/>
                      <a:pt x="65" y="145"/>
                    </a:cubicBezTo>
                    <a:moveTo>
                      <a:pt x="65" y="162"/>
                    </a:moveTo>
                    <a:cubicBezTo>
                      <a:pt x="135" y="162"/>
                      <a:pt x="205" y="162"/>
                      <a:pt x="275" y="162"/>
                    </a:cubicBezTo>
                    <a:cubicBezTo>
                      <a:pt x="290" y="162"/>
                      <a:pt x="292" y="162"/>
                      <a:pt x="292" y="145"/>
                    </a:cubicBezTo>
                    <a:cubicBezTo>
                      <a:pt x="292" y="72"/>
                      <a:pt x="251" y="0"/>
                      <a:pt x="157" y="0"/>
                    </a:cubicBezTo>
                    <a:cubicBezTo>
                      <a:pt x="71" y="0"/>
                      <a:pt x="0" y="77"/>
                      <a:pt x="0" y="168"/>
                    </a:cubicBezTo>
                    <a:cubicBezTo>
                      <a:pt x="0" y="269"/>
                      <a:pt x="80" y="342"/>
                      <a:pt x="168" y="342"/>
                    </a:cubicBezTo>
                    <a:cubicBezTo>
                      <a:pt x="260" y="342"/>
                      <a:pt x="292" y="260"/>
                      <a:pt x="292" y="245"/>
                    </a:cubicBezTo>
                    <a:cubicBezTo>
                      <a:pt x="292" y="237"/>
                      <a:pt x="288" y="237"/>
                      <a:pt x="283" y="237"/>
                    </a:cubicBezTo>
                    <a:cubicBezTo>
                      <a:pt x="277" y="237"/>
                      <a:pt x="275" y="241"/>
                      <a:pt x="273" y="247"/>
                    </a:cubicBezTo>
                    <a:cubicBezTo>
                      <a:pt x="247" y="324"/>
                      <a:pt x="178" y="324"/>
                      <a:pt x="172" y="324"/>
                    </a:cubicBezTo>
                    <a:cubicBezTo>
                      <a:pt x="133" y="324"/>
                      <a:pt x="103" y="301"/>
                      <a:pt x="86" y="273"/>
                    </a:cubicBezTo>
                    <a:cubicBezTo>
                      <a:pt x="65" y="237"/>
                      <a:pt x="65" y="188"/>
                      <a:pt x="65" y="16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4" name="CustomShape 69"/>
              <p:cNvSpPr/>
              <p:nvPr/>
            </p:nvSpPr>
            <p:spPr>
              <a:xfrm>
                <a:off x="8536320" y="4354200"/>
                <a:ext cx="59040" cy="185760"/>
              </a:xfrm>
              <a:custGeom>
                <a:avLst/>
                <a:gdLst/>
                <a:ahLst/>
                <a:rect l="l" t="t" r="r" b="b"/>
                <a:pathLst>
                  <a:path w="168" h="520">
                    <a:moveTo>
                      <a:pt x="109" y="0"/>
                    </a:moveTo>
                    <a:cubicBezTo>
                      <a:pt x="73" y="2"/>
                      <a:pt x="36" y="4"/>
                      <a:pt x="0" y="6"/>
                    </a:cubicBezTo>
                    <a:cubicBezTo>
                      <a:pt x="0" y="14"/>
                      <a:pt x="0" y="22"/>
                      <a:pt x="0" y="30"/>
                    </a:cubicBezTo>
                    <a:cubicBezTo>
                      <a:pt x="54" y="30"/>
                      <a:pt x="60" y="36"/>
                      <a:pt x="60" y="73"/>
                    </a:cubicBezTo>
                    <a:cubicBezTo>
                      <a:pt x="60" y="202"/>
                      <a:pt x="60" y="332"/>
                      <a:pt x="60" y="461"/>
                    </a:cubicBezTo>
                    <a:cubicBezTo>
                      <a:pt x="60" y="496"/>
                      <a:pt x="51" y="496"/>
                      <a:pt x="0" y="496"/>
                    </a:cubicBezTo>
                    <a:cubicBezTo>
                      <a:pt x="0" y="503"/>
                      <a:pt x="0" y="511"/>
                      <a:pt x="0" y="519"/>
                    </a:cubicBezTo>
                    <a:cubicBezTo>
                      <a:pt x="26" y="517"/>
                      <a:pt x="65" y="515"/>
                      <a:pt x="84" y="515"/>
                    </a:cubicBezTo>
                    <a:cubicBezTo>
                      <a:pt x="102" y="515"/>
                      <a:pt x="139" y="517"/>
                      <a:pt x="167" y="519"/>
                    </a:cubicBezTo>
                    <a:cubicBezTo>
                      <a:pt x="167" y="511"/>
                      <a:pt x="167" y="503"/>
                      <a:pt x="167" y="496"/>
                    </a:cubicBezTo>
                    <a:cubicBezTo>
                      <a:pt x="118" y="496"/>
                      <a:pt x="109" y="496"/>
                      <a:pt x="109" y="461"/>
                    </a:cubicBezTo>
                    <a:cubicBezTo>
                      <a:pt x="109" y="308"/>
                      <a:pt x="109" y="154"/>
                      <a:pt x="10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5" name="CustomShape 70"/>
              <p:cNvSpPr/>
              <p:nvPr/>
            </p:nvSpPr>
            <p:spPr>
              <a:xfrm>
                <a:off x="8614080" y="4420440"/>
                <a:ext cx="121680" cy="122040"/>
              </a:xfrm>
              <a:custGeom>
                <a:avLst/>
                <a:gdLst/>
                <a:ahLst/>
                <a:rect l="l" t="t" r="r" b="b"/>
                <a:pathLst>
                  <a:path w="342" h="343">
                    <a:moveTo>
                      <a:pt x="219" y="277"/>
                    </a:moveTo>
                    <a:cubicBezTo>
                      <a:pt x="223" y="307"/>
                      <a:pt x="243" y="339"/>
                      <a:pt x="279" y="339"/>
                    </a:cubicBezTo>
                    <a:cubicBezTo>
                      <a:pt x="294" y="339"/>
                      <a:pt x="341" y="329"/>
                      <a:pt x="341" y="267"/>
                    </a:cubicBezTo>
                    <a:cubicBezTo>
                      <a:pt x="341" y="253"/>
                      <a:pt x="341" y="240"/>
                      <a:pt x="341" y="226"/>
                    </a:cubicBezTo>
                    <a:cubicBezTo>
                      <a:pt x="335" y="226"/>
                      <a:pt x="328" y="226"/>
                      <a:pt x="322" y="226"/>
                    </a:cubicBezTo>
                    <a:cubicBezTo>
                      <a:pt x="322" y="240"/>
                      <a:pt x="322" y="253"/>
                      <a:pt x="322" y="267"/>
                    </a:cubicBezTo>
                    <a:cubicBezTo>
                      <a:pt x="322" y="312"/>
                      <a:pt x="303" y="316"/>
                      <a:pt x="294" y="316"/>
                    </a:cubicBezTo>
                    <a:cubicBezTo>
                      <a:pt x="271" y="316"/>
                      <a:pt x="266" y="282"/>
                      <a:pt x="266" y="277"/>
                    </a:cubicBezTo>
                    <a:cubicBezTo>
                      <a:pt x="266" y="228"/>
                      <a:pt x="266" y="178"/>
                      <a:pt x="266" y="128"/>
                    </a:cubicBezTo>
                    <a:cubicBezTo>
                      <a:pt x="266" y="98"/>
                      <a:pt x="266" y="68"/>
                      <a:pt x="241" y="40"/>
                    </a:cubicBezTo>
                    <a:cubicBezTo>
                      <a:pt x="211" y="10"/>
                      <a:pt x="172" y="0"/>
                      <a:pt x="135" y="0"/>
                    </a:cubicBezTo>
                    <a:cubicBezTo>
                      <a:pt x="75" y="0"/>
                      <a:pt x="22" y="34"/>
                      <a:pt x="22" y="83"/>
                    </a:cubicBezTo>
                    <a:cubicBezTo>
                      <a:pt x="22" y="106"/>
                      <a:pt x="37" y="119"/>
                      <a:pt x="56" y="119"/>
                    </a:cubicBezTo>
                    <a:cubicBezTo>
                      <a:pt x="78" y="119"/>
                      <a:pt x="93" y="104"/>
                      <a:pt x="93" y="85"/>
                    </a:cubicBezTo>
                    <a:cubicBezTo>
                      <a:pt x="93" y="74"/>
                      <a:pt x="88" y="51"/>
                      <a:pt x="54" y="49"/>
                    </a:cubicBezTo>
                    <a:cubicBezTo>
                      <a:pt x="73" y="23"/>
                      <a:pt x="110" y="15"/>
                      <a:pt x="135" y="15"/>
                    </a:cubicBezTo>
                    <a:cubicBezTo>
                      <a:pt x="172" y="15"/>
                      <a:pt x="215" y="45"/>
                      <a:pt x="215" y="111"/>
                    </a:cubicBezTo>
                    <a:cubicBezTo>
                      <a:pt x="215" y="120"/>
                      <a:pt x="215" y="129"/>
                      <a:pt x="215" y="139"/>
                    </a:cubicBezTo>
                    <a:cubicBezTo>
                      <a:pt x="176" y="141"/>
                      <a:pt x="123" y="143"/>
                      <a:pt x="75" y="166"/>
                    </a:cubicBezTo>
                    <a:cubicBezTo>
                      <a:pt x="20" y="192"/>
                      <a:pt x="0" y="230"/>
                      <a:pt x="0" y="262"/>
                    </a:cubicBezTo>
                    <a:cubicBezTo>
                      <a:pt x="0" y="324"/>
                      <a:pt x="73" y="342"/>
                      <a:pt x="120" y="342"/>
                    </a:cubicBezTo>
                    <a:cubicBezTo>
                      <a:pt x="172" y="342"/>
                      <a:pt x="206" y="312"/>
                      <a:pt x="219" y="277"/>
                    </a:cubicBezTo>
                    <a:moveTo>
                      <a:pt x="215" y="153"/>
                    </a:moveTo>
                    <a:cubicBezTo>
                      <a:pt x="215" y="178"/>
                      <a:pt x="215" y="203"/>
                      <a:pt x="215" y="228"/>
                    </a:cubicBezTo>
                    <a:cubicBezTo>
                      <a:pt x="215" y="301"/>
                      <a:pt x="161" y="327"/>
                      <a:pt x="127" y="327"/>
                    </a:cubicBezTo>
                    <a:cubicBezTo>
                      <a:pt x="90" y="327"/>
                      <a:pt x="58" y="299"/>
                      <a:pt x="58" y="262"/>
                    </a:cubicBezTo>
                    <a:cubicBezTo>
                      <a:pt x="58" y="222"/>
                      <a:pt x="90" y="160"/>
                      <a:pt x="215" y="15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6" name="CustomShape 71"/>
              <p:cNvSpPr/>
              <p:nvPr/>
            </p:nvSpPr>
            <p:spPr>
              <a:xfrm>
                <a:off x="8736120" y="4424760"/>
                <a:ext cx="131760" cy="169920"/>
              </a:xfrm>
              <a:custGeom>
                <a:avLst/>
                <a:gdLst/>
                <a:ahLst/>
                <a:rect l="l" t="t" r="r" b="b"/>
                <a:pathLst>
                  <a:path w="370" h="476">
                    <a:moveTo>
                      <a:pt x="298" y="71"/>
                    </a:moveTo>
                    <a:cubicBezTo>
                      <a:pt x="317" y="24"/>
                      <a:pt x="356" y="24"/>
                      <a:pt x="369" y="24"/>
                    </a:cubicBezTo>
                    <a:cubicBezTo>
                      <a:pt x="369" y="16"/>
                      <a:pt x="369" y="8"/>
                      <a:pt x="369" y="0"/>
                    </a:cubicBezTo>
                    <a:cubicBezTo>
                      <a:pt x="352" y="0"/>
                      <a:pt x="330" y="3"/>
                      <a:pt x="311" y="3"/>
                    </a:cubicBezTo>
                    <a:cubicBezTo>
                      <a:pt x="298" y="3"/>
                      <a:pt x="264" y="0"/>
                      <a:pt x="247" y="0"/>
                    </a:cubicBezTo>
                    <a:cubicBezTo>
                      <a:pt x="247" y="8"/>
                      <a:pt x="247" y="16"/>
                      <a:pt x="247" y="24"/>
                    </a:cubicBezTo>
                    <a:cubicBezTo>
                      <a:pt x="270" y="24"/>
                      <a:pt x="281" y="37"/>
                      <a:pt x="281" y="56"/>
                    </a:cubicBezTo>
                    <a:cubicBezTo>
                      <a:pt x="281" y="62"/>
                      <a:pt x="281" y="65"/>
                      <a:pt x="277" y="73"/>
                    </a:cubicBezTo>
                    <a:cubicBezTo>
                      <a:pt x="252" y="134"/>
                      <a:pt x="227" y="196"/>
                      <a:pt x="202" y="257"/>
                    </a:cubicBezTo>
                    <a:cubicBezTo>
                      <a:pt x="174" y="190"/>
                      <a:pt x="146" y="123"/>
                      <a:pt x="118" y="56"/>
                    </a:cubicBezTo>
                    <a:cubicBezTo>
                      <a:pt x="114" y="47"/>
                      <a:pt x="114" y="45"/>
                      <a:pt x="114" y="43"/>
                    </a:cubicBezTo>
                    <a:cubicBezTo>
                      <a:pt x="114" y="24"/>
                      <a:pt x="142" y="24"/>
                      <a:pt x="154" y="24"/>
                    </a:cubicBezTo>
                    <a:cubicBezTo>
                      <a:pt x="154" y="16"/>
                      <a:pt x="154" y="8"/>
                      <a:pt x="154" y="0"/>
                    </a:cubicBezTo>
                    <a:cubicBezTo>
                      <a:pt x="135" y="0"/>
                      <a:pt x="86" y="3"/>
                      <a:pt x="73" y="3"/>
                    </a:cubicBezTo>
                    <a:cubicBezTo>
                      <a:pt x="54" y="3"/>
                      <a:pt x="24" y="0"/>
                      <a:pt x="0" y="0"/>
                    </a:cubicBezTo>
                    <a:cubicBezTo>
                      <a:pt x="0" y="8"/>
                      <a:pt x="0" y="16"/>
                      <a:pt x="0" y="24"/>
                    </a:cubicBezTo>
                    <a:cubicBezTo>
                      <a:pt x="37" y="24"/>
                      <a:pt x="52" y="24"/>
                      <a:pt x="60" y="50"/>
                    </a:cubicBezTo>
                    <a:cubicBezTo>
                      <a:pt x="98" y="141"/>
                      <a:pt x="136" y="232"/>
                      <a:pt x="174" y="323"/>
                    </a:cubicBezTo>
                    <a:cubicBezTo>
                      <a:pt x="169" y="332"/>
                      <a:pt x="159" y="357"/>
                      <a:pt x="154" y="366"/>
                    </a:cubicBezTo>
                    <a:cubicBezTo>
                      <a:pt x="139" y="406"/>
                      <a:pt x="118" y="460"/>
                      <a:pt x="69" y="460"/>
                    </a:cubicBezTo>
                    <a:cubicBezTo>
                      <a:pt x="67" y="460"/>
                      <a:pt x="47" y="460"/>
                      <a:pt x="34" y="445"/>
                    </a:cubicBezTo>
                    <a:cubicBezTo>
                      <a:pt x="58" y="443"/>
                      <a:pt x="62" y="426"/>
                      <a:pt x="62" y="415"/>
                    </a:cubicBezTo>
                    <a:cubicBezTo>
                      <a:pt x="62" y="394"/>
                      <a:pt x="49" y="383"/>
                      <a:pt x="32" y="383"/>
                    </a:cubicBezTo>
                    <a:cubicBezTo>
                      <a:pt x="17" y="383"/>
                      <a:pt x="0" y="391"/>
                      <a:pt x="0" y="415"/>
                    </a:cubicBezTo>
                    <a:cubicBezTo>
                      <a:pt x="0" y="449"/>
                      <a:pt x="32" y="475"/>
                      <a:pt x="69" y="475"/>
                    </a:cubicBezTo>
                    <a:cubicBezTo>
                      <a:pt x="116" y="475"/>
                      <a:pt x="148" y="432"/>
                      <a:pt x="165" y="389"/>
                    </a:cubicBezTo>
                    <a:cubicBezTo>
                      <a:pt x="209" y="283"/>
                      <a:pt x="254" y="177"/>
                      <a:pt x="298" y="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7" name="CustomShape 72"/>
              <p:cNvSpPr/>
              <p:nvPr/>
            </p:nvSpPr>
            <p:spPr>
              <a:xfrm>
                <a:off x="8874360" y="4420440"/>
                <a:ext cx="103680" cy="122040"/>
              </a:xfrm>
              <a:custGeom>
                <a:avLst/>
                <a:gdLst/>
                <a:ahLst/>
                <a:rect l="l" t="t" r="r" b="b"/>
                <a:pathLst>
                  <a:path w="292" h="343">
                    <a:moveTo>
                      <a:pt x="62" y="145"/>
                    </a:moveTo>
                    <a:cubicBezTo>
                      <a:pt x="66" y="34"/>
                      <a:pt x="130" y="15"/>
                      <a:pt x="156" y="15"/>
                    </a:cubicBezTo>
                    <a:cubicBezTo>
                      <a:pt x="233" y="15"/>
                      <a:pt x="242" y="117"/>
                      <a:pt x="242" y="145"/>
                    </a:cubicBezTo>
                    <a:cubicBezTo>
                      <a:pt x="182" y="145"/>
                      <a:pt x="122" y="145"/>
                      <a:pt x="62" y="145"/>
                    </a:cubicBezTo>
                    <a:moveTo>
                      <a:pt x="62" y="162"/>
                    </a:moveTo>
                    <a:cubicBezTo>
                      <a:pt x="132" y="162"/>
                      <a:pt x="202" y="162"/>
                      <a:pt x="272" y="162"/>
                    </a:cubicBezTo>
                    <a:cubicBezTo>
                      <a:pt x="289" y="162"/>
                      <a:pt x="291" y="162"/>
                      <a:pt x="291" y="145"/>
                    </a:cubicBezTo>
                    <a:cubicBezTo>
                      <a:pt x="291" y="72"/>
                      <a:pt x="250" y="0"/>
                      <a:pt x="156" y="0"/>
                    </a:cubicBezTo>
                    <a:cubicBezTo>
                      <a:pt x="68" y="0"/>
                      <a:pt x="0" y="77"/>
                      <a:pt x="0" y="168"/>
                    </a:cubicBezTo>
                    <a:cubicBezTo>
                      <a:pt x="0" y="269"/>
                      <a:pt x="79" y="342"/>
                      <a:pt x="165" y="342"/>
                    </a:cubicBezTo>
                    <a:cubicBezTo>
                      <a:pt x="257" y="342"/>
                      <a:pt x="291" y="260"/>
                      <a:pt x="291" y="245"/>
                    </a:cubicBezTo>
                    <a:cubicBezTo>
                      <a:pt x="291" y="237"/>
                      <a:pt x="285" y="237"/>
                      <a:pt x="280" y="237"/>
                    </a:cubicBezTo>
                    <a:cubicBezTo>
                      <a:pt x="274" y="237"/>
                      <a:pt x="272" y="241"/>
                      <a:pt x="272" y="247"/>
                    </a:cubicBezTo>
                    <a:cubicBezTo>
                      <a:pt x="244" y="324"/>
                      <a:pt x="178" y="324"/>
                      <a:pt x="169" y="324"/>
                    </a:cubicBezTo>
                    <a:cubicBezTo>
                      <a:pt x="133" y="324"/>
                      <a:pt x="103" y="301"/>
                      <a:pt x="85" y="273"/>
                    </a:cubicBezTo>
                    <a:cubicBezTo>
                      <a:pt x="62" y="237"/>
                      <a:pt x="62" y="188"/>
                      <a:pt x="62" y="16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8" name="CustomShape 73"/>
              <p:cNvSpPr/>
              <p:nvPr/>
            </p:nvSpPr>
            <p:spPr>
              <a:xfrm>
                <a:off x="8996040" y="4354200"/>
                <a:ext cx="132480" cy="188280"/>
              </a:xfrm>
              <a:custGeom>
                <a:avLst/>
                <a:gdLst/>
                <a:ahLst/>
                <a:rect l="l" t="t" r="r" b="b"/>
                <a:pathLst>
                  <a:path w="372" h="527">
                    <a:moveTo>
                      <a:pt x="262" y="476"/>
                    </a:moveTo>
                    <a:cubicBezTo>
                      <a:pt x="262" y="493"/>
                      <a:pt x="262" y="509"/>
                      <a:pt x="262" y="526"/>
                    </a:cubicBezTo>
                    <a:cubicBezTo>
                      <a:pt x="298" y="523"/>
                      <a:pt x="335" y="521"/>
                      <a:pt x="371" y="519"/>
                    </a:cubicBezTo>
                    <a:cubicBezTo>
                      <a:pt x="371" y="511"/>
                      <a:pt x="371" y="503"/>
                      <a:pt x="371" y="496"/>
                    </a:cubicBezTo>
                    <a:cubicBezTo>
                      <a:pt x="320" y="496"/>
                      <a:pt x="313" y="489"/>
                      <a:pt x="313" y="453"/>
                    </a:cubicBezTo>
                    <a:cubicBezTo>
                      <a:pt x="313" y="302"/>
                      <a:pt x="313" y="151"/>
                      <a:pt x="313" y="0"/>
                    </a:cubicBezTo>
                    <a:cubicBezTo>
                      <a:pt x="277" y="2"/>
                      <a:pt x="240" y="4"/>
                      <a:pt x="204" y="6"/>
                    </a:cubicBezTo>
                    <a:cubicBezTo>
                      <a:pt x="204" y="14"/>
                      <a:pt x="204" y="22"/>
                      <a:pt x="204" y="30"/>
                    </a:cubicBezTo>
                    <a:cubicBezTo>
                      <a:pt x="257" y="30"/>
                      <a:pt x="264" y="36"/>
                      <a:pt x="264" y="73"/>
                    </a:cubicBezTo>
                    <a:cubicBezTo>
                      <a:pt x="264" y="126"/>
                      <a:pt x="264" y="179"/>
                      <a:pt x="264" y="233"/>
                    </a:cubicBezTo>
                    <a:cubicBezTo>
                      <a:pt x="242" y="207"/>
                      <a:pt x="208" y="188"/>
                      <a:pt x="170" y="188"/>
                    </a:cubicBezTo>
                    <a:cubicBezTo>
                      <a:pt x="80" y="188"/>
                      <a:pt x="0" y="261"/>
                      <a:pt x="0" y="357"/>
                    </a:cubicBezTo>
                    <a:cubicBezTo>
                      <a:pt x="0" y="453"/>
                      <a:pt x="75" y="526"/>
                      <a:pt x="161" y="526"/>
                    </a:cubicBezTo>
                    <a:cubicBezTo>
                      <a:pt x="208" y="526"/>
                      <a:pt x="242" y="500"/>
                      <a:pt x="262" y="476"/>
                    </a:cubicBezTo>
                    <a:moveTo>
                      <a:pt x="262" y="276"/>
                    </a:moveTo>
                    <a:cubicBezTo>
                      <a:pt x="262" y="327"/>
                      <a:pt x="262" y="378"/>
                      <a:pt x="262" y="429"/>
                    </a:cubicBezTo>
                    <a:cubicBezTo>
                      <a:pt x="262" y="444"/>
                      <a:pt x="262" y="444"/>
                      <a:pt x="253" y="457"/>
                    </a:cubicBezTo>
                    <a:cubicBezTo>
                      <a:pt x="230" y="493"/>
                      <a:pt x="197" y="511"/>
                      <a:pt x="163" y="511"/>
                    </a:cubicBezTo>
                    <a:cubicBezTo>
                      <a:pt x="131" y="511"/>
                      <a:pt x="103" y="491"/>
                      <a:pt x="86" y="461"/>
                    </a:cubicBezTo>
                    <a:cubicBezTo>
                      <a:pt x="65" y="431"/>
                      <a:pt x="62" y="389"/>
                      <a:pt x="62" y="359"/>
                    </a:cubicBezTo>
                    <a:cubicBezTo>
                      <a:pt x="62" y="331"/>
                      <a:pt x="65" y="286"/>
                      <a:pt x="86" y="252"/>
                    </a:cubicBezTo>
                    <a:cubicBezTo>
                      <a:pt x="103" y="229"/>
                      <a:pt x="131" y="203"/>
                      <a:pt x="172" y="203"/>
                    </a:cubicBezTo>
                    <a:cubicBezTo>
                      <a:pt x="197" y="203"/>
                      <a:pt x="230" y="216"/>
                      <a:pt x="253" y="248"/>
                    </a:cubicBezTo>
                    <a:cubicBezTo>
                      <a:pt x="262" y="261"/>
                      <a:pt x="262" y="263"/>
                      <a:pt x="262" y="276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9" name="CustomShape 74"/>
              <p:cNvSpPr/>
              <p:nvPr/>
            </p:nvSpPr>
            <p:spPr>
              <a:xfrm>
                <a:off x="9152640" y="4338720"/>
                <a:ext cx="62280" cy="268200"/>
              </a:xfrm>
              <a:custGeom>
                <a:avLst/>
                <a:gdLst/>
                <a:ahLst/>
                <a:rect l="l" t="t" r="r" b="b"/>
                <a:pathLst>
                  <a:path w="177" h="749">
                    <a:moveTo>
                      <a:pt x="176" y="374"/>
                    </a:moveTo>
                    <a:cubicBezTo>
                      <a:pt x="176" y="316"/>
                      <a:pt x="167" y="225"/>
                      <a:pt x="127" y="141"/>
                    </a:cubicBezTo>
                    <a:cubicBezTo>
                      <a:pt x="82" y="49"/>
                      <a:pt x="15" y="0"/>
                      <a:pt x="9" y="0"/>
                    </a:cubicBezTo>
                    <a:cubicBezTo>
                      <a:pt x="5" y="0"/>
                      <a:pt x="0" y="2"/>
                      <a:pt x="0" y="7"/>
                    </a:cubicBezTo>
                    <a:cubicBezTo>
                      <a:pt x="0" y="11"/>
                      <a:pt x="0" y="11"/>
                      <a:pt x="15" y="26"/>
                    </a:cubicBezTo>
                    <a:cubicBezTo>
                      <a:pt x="90" y="98"/>
                      <a:pt x="133" y="218"/>
                      <a:pt x="133" y="374"/>
                    </a:cubicBezTo>
                    <a:cubicBezTo>
                      <a:pt x="133" y="502"/>
                      <a:pt x="105" y="633"/>
                      <a:pt x="11" y="729"/>
                    </a:cubicBezTo>
                    <a:cubicBezTo>
                      <a:pt x="0" y="737"/>
                      <a:pt x="0" y="737"/>
                      <a:pt x="0" y="739"/>
                    </a:cubicBezTo>
                    <a:cubicBezTo>
                      <a:pt x="0" y="746"/>
                      <a:pt x="5" y="748"/>
                      <a:pt x="9" y="748"/>
                    </a:cubicBezTo>
                    <a:cubicBezTo>
                      <a:pt x="15" y="748"/>
                      <a:pt x="84" y="697"/>
                      <a:pt x="129" y="603"/>
                    </a:cubicBezTo>
                    <a:cubicBezTo>
                      <a:pt x="167" y="519"/>
                      <a:pt x="176" y="436"/>
                      <a:pt x="176" y="374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240" name="CustomShape 75"/>
          <p:cNvSpPr/>
          <p:nvPr/>
        </p:nvSpPr>
        <p:spPr>
          <a:xfrm>
            <a:off x="838080" y="5112000"/>
            <a:ext cx="10512000" cy="212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In practice, we code the binary choice immediate/delayed with a numerical variable (call it </a:t>
            </a:r>
            <a:r>
              <a:rPr b="0" i="1" lang="en-US" sz="2200" spc="-1" strike="noStrike">
                <a:solidFill>
                  <a:srgbClr val="000000"/>
                </a:solidFill>
                <a:latin typeface="CMU Serif"/>
                <a:ea typeface="DejaVu Sans"/>
              </a:rPr>
              <a:t>y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) taking only 1 and 0 as values (e.g. representing choices of delayed and immediate rewards, respectively).</a:t>
            </a:r>
            <a:endParaRPr b="0" lang="en-GB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" dur="indefinite" restart="never" nodeType="tmRoot">
          <p:childTnLst>
            <p:seq>
              <p:cTn id="20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CustomShape 1"/>
          <p:cNvSpPr/>
          <p:nvPr/>
        </p:nvSpPr>
        <p:spPr>
          <a:xfrm>
            <a:off x="838080" y="504000"/>
            <a:ext cx="10512000" cy="7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333333"/>
                </a:solidFill>
                <a:latin typeface="Calibri"/>
                <a:ea typeface="DejaVu Sans"/>
              </a:rPr>
              <a:t>Maximum likelihood estimation (MLE)</a:t>
            </a:r>
            <a:endParaRPr b="0" lang="en-GB" sz="3600" spc="-1" strike="noStrike">
              <a:latin typeface="Arial"/>
            </a:endParaRPr>
          </a:p>
        </p:txBody>
      </p:sp>
      <p:sp>
        <p:nvSpPr>
          <p:cNvPr id="242" name="CustomShape 2"/>
          <p:cNvSpPr/>
          <p:nvPr/>
        </p:nvSpPr>
        <p:spPr>
          <a:xfrm>
            <a:off x="838080" y="1584000"/>
            <a:ext cx="10512000" cy="165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The probability of the data as a whole is obtained by multiplying the probability of individual responses</a:t>
            </a:r>
            <a:endParaRPr b="0" lang="en-GB" sz="2200" spc="-1" strike="noStrike">
              <a:latin typeface="Arial"/>
            </a:endParaRPr>
          </a:p>
        </p:txBody>
      </p:sp>
      <p:grpSp>
        <p:nvGrpSpPr>
          <p:cNvPr id="243" name="Group 3"/>
          <p:cNvGrpSpPr/>
          <p:nvPr/>
        </p:nvGrpSpPr>
        <p:grpSpPr>
          <a:xfrm>
            <a:off x="1609920" y="2448000"/>
            <a:ext cx="8760600" cy="316440"/>
            <a:chOff x="1609920" y="2448000"/>
            <a:chExt cx="8760600" cy="316440"/>
          </a:xfrm>
        </p:grpSpPr>
        <p:grpSp>
          <p:nvGrpSpPr>
            <p:cNvPr id="244" name="Group 4"/>
            <p:cNvGrpSpPr/>
            <p:nvPr/>
          </p:nvGrpSpPr>
          <p:grpSpPr>
            <a:xfrm>
              <a:off x="1609920" y="2448000"/>
              <a:ext cx="8760600" cy="316440"/>
              <a:chOff x="1609920" y="2448000"/>
              <a:chExt cx="8760600" cy="316440"/>
            </a:xfrm>
          </p:grpSpPr>
          <p:sp>
            <p:nvSpPr>
              <p:cNvPr id="245" name="CustomShape 5"/>
              <p:cNvSpPr/>
              <p:nvPr/>
            </p:nvSpPr>
            <p:spPr>
              <a:xfrm>
                <a:off x="1613520" y="2464200"/>
                <a:ext cx="8740800" cy="283680"/>
              </a:xfrm>
              <a:custGeom>
                <a:avLst/>
                <a:gdLst/>
                <a:ahLst/>
                <a:rect l="l" t="t" r="r" b="b"/>
                <a:pathLst>
                  <a:path w="24284" h="792">
                    <a:moveTo>
                      <a:pt x="12141" y="791"/>
                    </a:moveTo>
                    <a:cubicBezTo>
                      <a:pt x="8094" y="791"/>
                      <a:pt x="4047" y="791"/>
                      <a:pt x="0" y="791"/>
                    </a:cubicBezTo>
                    <a:cubicBezTo>
                      <a:pt x="0" y="528"/>
                      <a:pt x="0" y="264"/>
                      <a:pt x="0" y="0"/>
                    </a:cubicBezTo>
                    <a:cubicBezTo>
                      <a:pt x="8094" y="0"/>
                      <a:pt x="16189" y="0"/>
                      <a:pt x="24283" y="0"/>
                    </a:cubicBezTo>
                    <a:cubicBezTo>
                      <a:pt x="24283" y="264"/>
                      <a:pt x="24283" y="528"/>
                      <a:pt x="24283" y="791"/>
                    </a:cubicBezTo>
                    <a:cubicBezTo>
                      <a:pt x="20236" y="791"/>
                      <a:pt x="16189" y="791"/>
                      <a:pt x="12141" y="7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6" name="CustomShape 6"/>
              <p:cNvSpPr/>
              <p:nvPr/>
            </p:nvSpPr>
            <p:spPr>
              <a:xfrm>
                <a:off x="1609920" y="2469600"/>
                <a:ext cx="225720" cy="215280"/>
              </a:xfrm>
              <a:custGeom>
                <a:avLst/>
                <a:gdLst/>
                <a:ahLst/>
                <a:rect l="l" t="t" r="r" b="b"/>
                <a:pathLst>
                  <a:path w="631" h="602">
                    <a:moveTo>
                      <a:pt x="234" y="322"/>
                    </a:moveTo>
                    <a:cubicBezTo>
                      <a:pt x="283" y="322"/>
                      <a:pt x="332" y="322"/>
                      <a:pt x="382" y="322"/>
                    </a:cubicBezTo>
                    <a:cubicBezTo>
                      <a:pt x="507" y="322"/>
                      <a:pt x="630" y="231"/>
                      <a:pt x="630" y="133"/>
                    </a:cubicBezTo>
                    <a:cubicBezTo>
                      <a:pt x="630" y="66"/>
                      <a:pt x="573" y="0"/>
                      <a:pt x="457" y="0"/>
                    </a:cubicBezTo>
                    <a:cubicBezTo>
                      <a:pt x="362" y="0"/>
                      <a:pt x="266" y="0"/>
                      <a:pt x="171" y="0"/>
                    </a:cubicBezTo>
                    <a:cubicBezTo>
                      <a:pt x="153" y="0"/>
                      <a:pt x="146" y="0"/>
                      <a:pt x="146" y="15"/>
                    </a:cubicBezTo>
                    <a:cubicBezTo>
                      <a:pt x="146" y="28"/>
                      <a:pt x="153" y="28"/>
                      <a:pt x="171" y="28"/>
                    </a:cubicBezTo>
                    <a:cubicBezTo>
                      <a:pt x="181" y="28"/>
                      <a:pt x="198" y="28"/>
                      <a:pt x="208" y="28"/>
                    </a:cubicBezTo>
                    <a:cubicBezTo>
                      <a:pt x="221" y="30"/>
                      <a:pt x="229" y="33"/>
                      <a:pt x="229" y="43"/>
                    </a:cubicBezTo>
                    <a:cubicBezTo>
                      <a:pt x="229" y="45"/>
                      <a:pt x="226" y="48"/>
                      <a:pt x="223" y="61"/>
                    </a:cubicBezTo>
                    <a:cubicBezTo>
                      <a:pt x="184" y="218"/>
                      <a:pt x="145" y="375"/>
                      <a:pt x="105" y="533"/>
                    </a:cubicBezTo>
                    <a:cubicBezTo>
                      <a:pt x="98" y="565"/>
                      <a:pt x="95" y="573"/>
                      <a:pt x="25" y="573"/>
                    </a:cubicBezTo>
                    <a:cubicBezTo>
                      <a:pt x="10" y="573"/>
                      <a:pt x="0" y="573"/>
                      <a:pt x="0" y="591"/>
                    </a:cubicBezTo>
                    <a:cubicBezTo>
                      <a:pt x="0" y="601"/>
                      <a:pt x="13" y="601"/>
                      <a:pt x="15" y="601"/>
                    </a:cubicBezTo>
                    <a:cubicBezTo>
                      <a:pt x="38" y="601"/>
                      <a:pt x="100" y="598"/>
                      <a:pt x="126" y="598"/>
                    </a:cubicBezTo>
                    <a:cubicBezTo>
                      <a:pt x="146" y="598"/>
                      <a:pt x="163" y="598"/>
                      <a:pt x="183" y="598"/>
                    </a:cubicBezTo>
                    <a:cubicBezTo>
                      <a:pt x="201" y="598"/>
                      <a:pt x="221" y="601"/>
                      <a:pt x="241" y="601"/>
                    </a:cubicBezTo>
                    <a:cubicBezTo>
                      <a:pt x="246" y="601"/>
                      <a:pt x="259" y="601"/>
                      <a:pt x="259" y="583"/>
                    </a:cubicBezTo>
                    <a:cubicBezTo>
                      <a:pt x="259" y="573"/>
                      <a:pt x="249" y="573"/>
                      <a:pt x="234" y="573"/>
                    </a:cubicBezTo>
                    <a:cubicBezTo>
                      <a:pt x="201" y="573"/>
                      <a:pt x="176" y="573"/>
                      <a:pt x="176" y="558"/>
                    </a:cubicBezTo>
                    <a:cubicBezTo>
                      <a:pt x="176" y="553"/>
                      <a:pt x="178" y="548"/>
                      <a:pt x="178" y="543"/>
                    </a:cubicBezTo>
                    <a:cubicBezTo>
                      <a:pt x="197" y="469"/>
                      <a:pt x="215" y="395"/>
                      <a:pt x="234" y="322"/>
                    </a:cubicBezTo>
                    <a:moveTo>
                      <a:pt x="296" y="61"/>
                    </a:moveTo>
                    <a:cubicBezTo>
                      <a:pt x="304" y="30"/>
                      <a:pt x="306" y="28"/>
                      <a:pt x="344" y="28"/>
                    </a:cubicBezTo>
                    <a:cubicBezTo>
                      <a:pt x="372" y="28"/>
                      <a:pt x="401" y="28"/>
                      <a:pt x="429" y="28"/>
                    </a:cubicBezTo>
                    <a:cubicBezTo>
                      <a:pt x="502" y="28"/>
                      <a:pt x="550" y="51"/>
                      <a:pt x="550" y="111"/>
                    </a:cubicBezTo>
                    <a:cubicBezTo>
                      <a:pt x="550" y="146"/>
                      <a:pt x="530" y="221"/>
                      <a:pt x="497" y="254"/>
                    </a:cubicBezTo>
                    <a:cubicBezTo>
                      <a:pt x="452" y="292"/>
                      <a:pt x="399" y="299"/>
                      <a:pt x="362" y="299"/>
                    </a:cubicBezTo>
                    <a:cubicBezTo>
                      <a:pt x="320" y="299"/>
                      <a:pt x="278" y="299"/>
                      <a:pt x="236" y="299"/>
                    </a:cubicBezTo>
                    <a:cubicBezTo>
                      <a:pt x="256" y="220"/>
                      <a:pt x="276" y="140"/>
                      <a:pt x="296" y="61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7" name="CustomShape 7"/>
              <p:cNvSpPr/>
              <p:nvPr/>
            </p:nvSpPr>
            <p:spPr>
              <a:xfrm>
                <a:off x="1876680" y="2448000"/>
                <a:ext cx="73080" cy="316440"/>
              </a:xfrm>
              <a:custGeom>
                <a:avLst/>
                <a:gdLst/>
                <a:ahLst/>
                <a:rect l="l" t="t" r="r" b="b"/>
                <a:pathLst>
                  <a:path w="207" h="883">
                    <a:moveTo>
                      <a:pt x="206" y="872"/>
                    </a:moveTo>
                    <a:cubicBezTo>
                      <a:pt x="206" y="869"/>
                      <a:pt x="206" y="869"/>
                      <a:pt x="191" y="854"/>
                    </a:cubicBezTo>
                    <a:cubicBezTo>
                      <a:pt x="80" y="741"/>
                      <a:pt x="53" y="575"/>
                      <a:pt x="53" y="440"/>
                    </a:cubicBezTo>
                    <a:cubicBezTo>
                      <a:pt x="53" y="286"/>
                      <a:pt x="85" y="133"/>
                      <a:pt x="193" y="25"/>
                    </a:cubicBezTo>
                    <a:cubicBezTo>
                      <a:pt x="206" y="13"/>
                      <a:pt x="206" y="13"/>
                      <a:pt x="206" y="10"/>
                    </a:cubicBezTo>
                    <a:cubicBezTo>
                      <a:pt x="206" y="3"/>
                      <a:pt x="203" y="0"/>
                      <a:pt x="196" y="0"/>
                    </a:cubicBezTo>
                    <a:cubicBezTo>
                      <a:pt x="188" y="0"/>
                      <a:pt x="108" y="60"/>
                      <a:pt x="58" y="173"/>
                    </a:cubicBezTo>
                    <a:cubicBezTo>
                      <a:pt x="12" y="269"/>
                      <a:pt x="0" y="367"/>
                      <a:pt x="0" y="440"/>
                    </a:cubicBezTo>
                    <a:cubicBezTo>
                      <a:pt x="0" y="510"/>
                      <a:pt x="10" y="615"/>
                      <a:pt x="60" y="716"/>
                    </a:cubicBezTo>
                    <a:cubicBezTo>
                      <a:pt x="113" y="824"/>
                      <a:pt x="188" y="882"/>
                      <a:pt x="196" y="882"/>
                    </a:cubicBezTo>
                    <a:cubicBezTo>
                      <a:pt x="203" y="882"/>
                      <a:pt x="206" y="879"/>
                      <a:pt x="206" y="87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8" name="CustomShape 8"/>
              <p:cNvSpPr/>
              <p:nvPr/>
            </p:nvSpPr>
            <p:spPr>
              <a:xfrm>
                <a:off x="1978920" y="2545560"/>
                <a:ext cx="145080" cy="204120"/>
              </a:xfrm>
              <a:custGeom>
                <a:avLst/>
                <a:gdLst/>
                <a:ahLst/>
                <a:rect l="l" t="t" r="r" b="b"/>
                <a:pathLst>
                  <a:path w="407" h="571">
                    <a:moveTo>
                      <a:pt x="401" y="56"/>
                    </a:moveTo>
                    <a:cubicBezTo>
                      <a:pt x="406" y="43"/>
                      <a:pt x="406" y="40"/>
                      <a:pt x="406" y="35"/>
                    </a:cubicBezTo>
                    <a:cubicBezTo>
                      <a:pt x="406" y="18"/>
                      <a:pt x="394" y="10"/>
                      <a:pt x="379" y="10"/>
                    </a:cubicBezTo>
                    <a:cubicBezTo>
                      <a:pt x="371" y="10"/>
                      <a:pt x="356" y="15"/>
                      <a:pt x="349" y="28"/>
                    </a:cubicBezTo>
                    <a:cubicBezTo>
                      <a:pt x="346" y="33"/>
                      <a:pt x="341" y="61"/>
                      <a:pt x="336" y="76"/>
                    </a:cubicBezTo>
                    <a:cubicBezTo>
                      <a:pt x="331" y="98"/>
                      <a:pt x="323" y="123"/>
                      <a:pt x="318" y="146"/>
                    </a:cubicBezTo>
                    <a:cubicBezTo>
                      <a:pt x="305" y="199"/>
                      <a:pt x="292" y="251"/>
                      <a:pt x="278" y="304"/>
                    </a:cubicBezTo>
                    <a:cubicBezTo>
                      <a:pt x="276" y="319"/>
                      <a:pt x="238" y="380"/>
                      <a:pt x="180" y="380"/>
                    </a:cubicBezTo>
                    <a:cubicBezTo>
                      <a:pt x="135" y="380"/>
                      <a:pt x="125" y="342"/>
                      <a:pt x="125" y="309"/>
                    </a:cubicBezTo>
                    <a:cubicBezTo>
                      <a:pt x="125" y="269"/>
                      <a:pt x="140" y="214"/>
                      <a:pt x="170" y="136"/>
                    </a:cubicBezTo>
                    <a:cubicBezTo>
                      <a:pt x="183" y="101"/>
                      <a:pt x="188" y="91"/>
                      <a:pt x="188" y="73"/>
                    </a:cubicBezTo>
                    <a:cubicBezTo>
                      <a:pt x="188" y="33"/>
                      <a:pt x="158" y="0"/>
                      <a:pt x="115" y="0"/>
                    </a:cubicBezTo>
                    <a:cubicBezTo>
                      <a:pt x="32" y="0"/>
                      <a:pt x="0" y="128"/>
                      <a:pt x="0" y="136"/>
                    </a:cubicBezTo>
                    <a:cubicBezTo>
                      <a:pt x="0" y="146"/>
                      <a:pt x="7" y="146"/>
                      <a:pt x="10" y="146"/>
                    </a:cubicBezTo>
                    <a:cubicBezTo>
                      <a:pt x="17" y="146"/>
                      <a:pt x="20" y="143"/>
                      <a:pt x="22" y="128"/>
                    </a:cubicBezTo>
                    <a:cubicBezTo>
                      <a:pt x="47" y="45"/>
                      <a:pt x="82" y="20"/>
                      <a:pt x="113" y="20"/>
                    </a:cubicBezTo>
                    <a:cubicBezTo>
                      <a:pt x="120" y="20"/>
                      <a:pt x="135" y="20"/>
                      <a:pt x="135" y="48"/>
                    </a:cubicBezTo>
                    <a:cubicBezTo>
                      <a:pt x="135" y="71"/>
                      <a:pt x="125" y="93"/>
                      <a:pt x="120" y="111"/>
                    </a:cubicBezTo>
                    <a:cubicBezTo>
                      <a:pt x="85" y="204"/>
                      <a:pt x="67" y="254"/>
                      <a:pt x="67" y="294"/>
                    </a:cubicBezTo>
                    <a:cubicBezTo>
                      <a:pt x="67" y="372"/>
                      <a:pt x="123" y="400"/>
                      <a:pt x="175" y="400"/>
                    </a:cubicBezTo>
                    <a:cubicBezTo>
                      <a:pt x="210" y="400"/>
                      <a:pt x="241" y="385"/>
                      <a:pt x="266" y="359"/>
                    </a:cubicBezTo>
                    <a:cubicBezTo>
                      <a:pt x="253" y="405"/>
                      <a:pt x="243" y="450"/>
                      <a:pt x="208" y="495"/>
                    </a:cubicBezTo>
                    <a:cubicBezTo>
                      <a:pt x="185" y="525"/>
                      <a:pt x="150" y="550"/>
                      <a:pt x="110" y="550"/>
                    </a:cubicBezTo>
                    <a:cubicBezTo>
                      <a:pt x="97" y="550"/>
                      <a:pt x="57" y="548"/>
                      <a:pt x="42" y="515"/>
                    </a:cubicBezTo>
                    <a:cubicBezTo>
                      <a:pt x="57" y="515"/>
                      <a:pt x="70" y="515"/>
                      <a:pt x="82" y="503"/>
                    </a:cubicBezTo>
                    <a:cubicBezTo>
                      <a:pt x="90" y="495"/>
                      <a:pt x="100" y="485"/>
                      <a:pt x="100" y="467"/>
                    </a:cubicBezTo>
                    <a:cubicBezTo>
                      <a:pt x="100" y="440"/>
                      <a:pt x="75" y="437"/>
                      <a:pt x="67" y="437"/>
                    </a:cubicBezTo>
                    <a:cubicBezTo>
                      <a:pt x="45" y="437"/>
                      <a:pt x="17" y="450"/>
                      <a:pt x="17" y="495"/>
                    </a:cubicBezTo>
                    <a:cubicBezTo>
                      <a:pt x="17" y="538"/>
                      <a:pt x="55" y="570"/>
                      <a:pt x="110" y="570"/>
                    </a:cubicBezTo>
                    <a:cubicBezTo>
                      <a:pt x="200" y="570"/>
                      <a:pt x="293" y="490"/>
                      <a:pt x="316" y="392"/>
                    </a:cubicBezTo>
                    <a:cubicBezTo>
                      <a:pt x="344" y="280"/>
                      <a:pt x="373" y="168"/>
                      <a:pt x="401" y="56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9" name="CustomShape 9"/>
              <p:cNvSpPr/>
              <p:nvPr/>
            </p:nvSpPr>
            <p:spPr>
              <a:xfrm>
                <a:off x="2148840" y="2586240"/>
                <a:ext cx="80280" cy="146520"/>
              </a:xfrm>
              <a:custGeom>
                <a:avLst/>
                <a:gdLst/>
                <a:ahLst/>
                <a:rect l="l" t="t" r="r" b="b"/>
                <a:pathLst>
                  <a:path w="227" h="411">
                    <a:moveTo>
                      <a:pt x="140" y="18"/>
                    </a:moveTo>
                    <a:cubicBezTo>
                      <a:pt x="140" y="0"/>
                      <a:pt x="140" y="0"/>
                      <a:pt x="123" y="0"/>
                    </a:cubicBezTo>
                    <a:cubicBezTo>
                      <a:pt x="83" y="38"/>
                      <a:pt x="27" y="38"/>
                      <a:pt x="0" y="38"/>
                    </a:cubicBezTo>
                    <a:cubicBezTo>
                      <a:pt x="0" y="45"/>
                      <a:pt x="0" y="53"/>
                      <a:pt x="0" y="61"/>
                    </a:cubicBezTo>
                    <a:cubicBezTo>
                      <a:pt x="15" y="61"/>
                      <a:pt x="57" y="61"/>
                      <a:pt x="90" y="43"/>
                    </a:cubicBezTo>
                    <a:cubicBezTo>
                      <a:pt x="90" y="148"/>
                      <a:pt x="90" y="254"/>
                      <a:pt x="90" y="359"/>
                    </a:cubicBezTo>
                    <a:cubicBezTo>
                      <a:pt x="90" y="380"/>
                      <a:pt x="90" y="387"/>
                      <a:pt x="27" y="387"/>
                    </a:cubicBezTo>
                    <a:cubicBezTo>
                      <a:pt x="20" y="387"/>
                      <a:pt x="12" y="387"/>
                      <a:pt x="5" y="387"/>
                    </a:cubicBezTo>
                    <a:cubicBezTo>
                      <a:pt x="5" y="395"/>
                      <a:pt x="5" y="402"/>
                      <a:pt x="5" y="410"/>
                    </a:cubicBezTo>
                    <a:cubicBezTo>
                      <a:pt x="17" y="407"/>
                      <a:pt x="93" y="407"/>
                      <a:pt x="115" y="407"/>
                    </a:cubicBezTo>
                    <a:cubicBezTo>
                      <a:pt x="135" y="407"/>
                      <a:pt x="213" y="407"/>
                      <a:pt x="226" y="410"/>
                    </a:cubicBezTo>
                    <a:cubicBezTo>
                      <a:pt x="226" y="402"/>
                      <a:pt x="226" y="395"/>
                      <a:pt x="226" y="387"/>
                    </a:cubicBezTo>
                    <a:cubicBezTo>
                      <a:pt x="218" y="387"/>
                      <a:pt x="211" y="387"/>
                      <a:pt x="203" y="387"/>
                    </a:cubicBezTo>
                    <a:cubicBezTo>
                      <a:pt x="140" y="387"/>
                      <a:pt x="140" y="380"/>
                      <a:pt x="140" y="359"/>
                    </a:cubicBezTo>
                    <a:cubicBezTo>
                      <a:pt x="140" y="246"/>
                      <a:pt x="140" y="132"/>
                      <a:pt x="140" y="18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0" name="CustomShape 10"/>
              <p:cNvSpPr/>
              <p:nvPr/>
            </p:nvSpPr>
            <p:spPr>
              <a:xfrm>
                <a:off x="2294280" y="2652480"/>
                <a:ext cx="36720" cy="93600"/>
              </a:xfrm>
              <a:custGeom>
                <a:avLst/>
                <a:gdLst/>
                <a:ahLst/>
                <a:rect l="l" t="t" r="r" b="b"/>
                <a:pathLst>
                  <a:path w="106" h="264">
                    <a:moveTo>
                      <a:pt x="105" y="93"/>
                    </a:moveTo>
                    <a:cubicBezTo>
                      <a:pt x="105" y="35"/>
                      <a:pt x="83" y="0"/>
                      <a:pt x="48" y="0"/>
                    </a:cubicBezTo>
                    <a:cubicBezTo>
                      <a:pt x="20" y="0"/>
                      <a:pt x="0" y="22"/>
                      <a:pt x="0" y="47"/>
                    </a:cubicBezTo>
                    <a:cubicBezTo>
                      <a:pt x="0" y="70"/>
                      <a:pt x="20" y="93"/>
                      <a:pt x="48" y="93"/>
                    </a:cubicBezTo>
                    <a:cubicBezTo>
                      <a:pt x="58" y="93"/>
                      <a:pt x="70" y="90"/>
                      <a:pt x="78" y="83"/>
                    </a:cubicBezTo>
                    <a:cubicBezTo>
                      <a:pt x="80" y="80"/>
                      <a:pt x="81" y="81"/>
                      <a:pt x="83" y="80"/>
                    </a:cubicBezTo>
                    <a:cubicBezTo>
                      <a:pt x="85" y="80"/>
                      <a:pt x="85" y="80"/>
                      <a:pt x="85" y="93"/>
                    </a:cubicBezTo>
                    <a:cubicBezTo>
                      <a:pt x="85" y="158"/>
                      <a:pt x="55" y="210"/>
                      <a:pt x="25" y="238"/>
                    </a:cubicBezTo>
                    <a:cubicBezTo>
                      <a:pt x="15" y="248"/>
                      <a:pt x="15" y="251"/>
                      <a:pt x="15" y="253"/>
                    </a:cubicBezTo>
                    <a:cubicBezTo>
                      <a:pt x="15" y="258"/>
                      <a:pt x="20" y="263"/>
                      <a:pt x="25" y="263"/>
                    </a:cubicBezTo>
                    <a:cubicBezTo>
                      <a:pt x="33" y="263"/>
                      <a:pt x="105" y="196"/>
                      <a:pt x="105" y="9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1" name="CustomShape 11"/>
              <p:cNvSpPr/>
              <p:nvPr/>
            </p:nvSpPr>
            <p:spPr>
              <a:xfrm>
                <a:off x="2418120" y="2545560"/>
                <a:ext cx="145440" cy="204120"/>
              </a:xfrm>
              <a:custGeom>
                <a:avLst/>
                <a:gdLst/>
                <a:ahLst/>
                <a:rect l="l" t="t" r="r" b="b"/>
                <a:pathLst>
                  <a:path w="408" h="571">
                    <a:moveTo>
                      <a:pt x="402" y="56"/>
                    </a:moveTo>
                    <a:cubicBezTo>
                      <a:pt x="407" y="43"/>
                      <a:pt x="407" y="40"/>
                      <a:pt x="407" y="35"/>
                    </a:cubicBezTo>
                    <a:cubicBezTo>
                      <a:pt x="407" y="18"/>
                      <a:pt x="394" y="10"/>
                      <a:pt x="379" y="10"/>
                    </a:cubicBezTo>
                    <a:cubicBezTo>
                      <a:pt x="372" y="10"/>
                      <a:pt x="357" y="15"/>
                      <a:pt x="349" y="28"/>
                    </a:cubicBezTo>
                    <a:cubicBezTo>
                      <a:pt x="346" y="33"/>
                      <a:pt x="341" y="61"/>
                      <a:pt x="336" y="76"/>
                    </a:cubicBezTo>
                    <a:cubicBezTo>
                      <a:pt x="331" y="98"/>
                      <a:pt x="324" y="123"/>
                      <a:pt x="319" y="146"/>
                    </a:cubicBezTo>
                    <a:cubicBezTo>
                      <a:pt x="305" y="199"/>
                      <a:pt x="292" y="251"/>
                      <a:pt x="279" y="304"/>
                    </a:cubicBezTo>
                    <a:cubicBezTo>
                      <a:pt x="276" y="319"/>
                      <a:pt x="239" y="380"/>
                      <a:pt x="181" y="380"/>
                    </a:cubicBezTo>
                    <a:cubicBezTo>
                      <a:pt x="136" y="380"/>
                      <a:pt x="126" y="342"/>
                      <a:pt x="126" y="309"/>
                    </a:cubicBezTo>
                    <a:cubicBezTo>
                      <a:pt x="126" y="269"/>
                      <a:pt x="141" y="214"/>
                      <a:pt x="171" y="136"/>
                    </a:cubicBezTo>
                    <a:cubicBezTo>
                      <a:pt x="183" y="101"/>
                      <a:pt x="188" y="91"/>
                      <a:pt x="188" y="73"/>
                    </a:cubicBezTo>
                    <a:cubicBezTo>
                      <a:pt x="188" y="33"/>
                      <a:pt x="161" y="0"/>
                      <a:pt x="115" y="0"/>
                    </a:cubicBezTo>
                    <a:cubicBezTo>
                      <a:pt x="33" y="0"/>
                      <a:pt x="0" y="128"/>
                      <a:pt x="0" y="136"/>
                    </a:cubicBezTo>
                    <a:cubicBezTo>
                      <a:pt x="0" y="146"/>
                      <a:pt x="7" y="146"/>
                      <a:pt x="10" y="146"/>
                    </a:cubicBezTo>
                    <a:cubicBezTo>
                      <a:pt x="18" y="146"/>
                      <a:pt x="20" y="143"/>
                      <a:pt x="23" y="128"/>
                    </a:cubicBezTo>
                    <a:cubicBezTo>
                      <a:pt x="48" y="45"/>
                      <a:pt x="83" y="20"/>
                      <a:pt x="113" y="20"/>
                    </a:cubicBezTo>
                    <a:cubicBezTo>
                      <a:pt x="120" y="20"/>
                      <a:pt x="136" y="20"/>
                      <a:pt x="136" y="48"/>
                    </a:cubicBezTo>
                    <a:cubicBezTo>
                      <a:pt x="136" y="71"/>
                      <a:pt x="126" y="93"/>
                      <a:pt x="120" y="111"/>
                    </a:cubicBezTo>
                    <a:cubicBezTo>
                      <a:pt x="85" y="204"/>
                      <a:pt x="68" y="254"/>
                      <a:pt x="68" y="294"/>
                    </a:cubicBezTo>
                    <a:cubicBezTo>
                      <a:pt x="68" y="372"/>
                      <a:pt x="126" y="400"/>
                      <a:pt x="176" y="400"/>
                    </a:cubicBezTo>
                    <a:cubicBezTo>
                      <a:pt x="211" y="400"/>
                      <a:pt x="241" y="385"/>
                      <a:pt x="266" y="359"/>
                    </a:cubicBezTo>
                    <a:cubicBezTo>
                      <a:pt x="254" y="405"/>
                      <a:pt x="244" y="450"/>
                      <a:pt x="208" y="495"/>
                    </a:cubicBezTo>
                    <a:cubicBezTo>
                      <a:pt x="186" y="525"/>
                      <a:pt x="151" y="550"/>
                      <a:pt x="110" y="550"/>
                    </a:cubicBezTo>
                    <a:cubicBezTo>
                      <a:pt x="98" y="550"/>
                      <a:pt x="60" y="548"/>
                      <a:pt x="45" y="515"/>
                    </a:cubicBezTo>
                    <a:cubicBezTo>
                      <a:pt x="58" y="515"/>
                      <a:pt x="70" y="515"/>
                      <a:pt x="83" y="503"/>
                    </a:cubicBezTo>
                    <a:cubicBezTo>
                      <a:pt x="90" y="495"/>
                      <a:pt x="100" y="485"/>
                      <a:pt x="100" y="467"/>
                    </a:cubicBezTo>
                    <a:cubicBezTo>
                      <a:pt x="100" y="440"/>
                      <a:pt x="75" y="437"/>
                      <a:pt x="68" y="437"/>
                    </a:cubicBezTo>
                    <a:cubicBezTo>
                      <a:pt x="48" y="437"/>
                      <a:pt x="18" y="450"/>
                      <a:pt x="18" y="495"/>
                    </a:cubicBezTo>
                    <a:cubicBezTo>
                      <a:pt x="18" y="538"/>
                      <a:pt x="55" y="570"/>
                      <a:pt x="110" y="570"/>
                    </a:cubicBezTo>
                    <a:cubicBezTo>
                      <a:pt x="201" y="570"/>
                      <a:pt x="294" y="490"/>
                      <a:pt x="319" y="392"/>
                    </a:cubicBezTo>
                    <a:cubicBezTo>
                      <a:pt x="346" y="280"/>
                      <a:pt x="374" y="168"/>
                      <a:pt x="402" y="56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2" name="CustomShape 12"/>
              <p:cNvSpPr/>
              <p:nvPr/>
            </p:nvSpPr>
            <p:spPr>
              <a:xfrm>
                <a:off x="2577960" y="2586240"/>
                <a:ext cx="97560" cy="146520"/>
              </a:xfrm>
              <a:custGeom>
                <a:avLst/>
                <a:gdLst/>
                <a:ahLst/>
                <a:rect l="l" t="t" r="r" b="b"/>
                <a:pathLst>
                  <a:path w="275" h="411">
                    <a:moveTo>
                      <a:pt x="274" y="297"/>
                    </a:moveTo>
                    <a:cubicBezTo>
                      <a:pt x="267" y="297"/>
                      <a:pt x="261" y="297"/>
                      <a:pt x="254" y="297"/>
                    </a:cubicBezTo>
                    <a:cubicBezTo>
                      <a:pt x="252" y="309"/>
                      <a:pt x="244" y="347"/>
                      <a:pt x="236" y="352"/>
                    </a:cubicBezTo>
                    <a:cubicBezTo>
                      <a:pt x="231" y="357"/>
                      <a:pt x="184" y="357"/>
                      <a:pt x="176" y="357"/>
                    </a:cubicBezTo>
                    <a:cubicBezTo>
                      <a:pt x="139" y="357"/>
                      <a:pt x="101" y="357"/>
                      <a:pt x="63" y="357"/>
                    </a:cubicBezTo>
                    <a:cubicBezTo>
                      <a:pt x="126" y="299"/>
                      <a:pt x="149" y="282"/>
                      <a:pt x="186" y="254"/>
                    </a:cubicBezTo>
                    <a:cubicBezTo>
                      <a:pt x="231" y="216"/>
                      <a:pt x="274" y="179"/>
                      <a:pt x="274" y="121"/>
                    </a:cubicBezTo>
                    <a:cubicBezTo>
                      <a:pt x="274" y="45"/>
                      <a:pt x="209" y="0"/>
                      <a:pt x="129" y="0"/>
                    </a:cubicBezTo>
                    <a:cubicBezTo>
                      <a:pt x="53" y="0"/>
                      <a:pt x="0" y="53"/>
                      <a:pt x="0" y="111"/>
                    </a:cubicBezTo>
                    <a:cubicBezTo>
                      <a:pt x="0" y="141"/>
                      <a:pt x="28" y="143"/>
                      <a:pt x="33" y="143"/>
                    </a:cubicBezTo>
                    <a:cubicBezTo>
                      <a:pt x="48" y="143"/>
                      <a:pt x="66" y="133"/>
                      <a:pt x="66" y="111"/>
                    </a:cubicBezTo>
                    <a:cubicBezTo>
                      <a:pt x="66" y="101"/>
                      <a:pt x="63" y="78"/>
                      <a:pt x="31" y="78"/>
                    </a:cubicBezTo>
                    <a:cubicBezTo>
                      <a:pt x="48" y="35"/>
                      <a:pt x="91" y="23"/>
                      <a:pt x="121" y="23"/>
                    </a:cubicBezTo>
                    <a:cubicBezTo>
                      <a:pt x="181" y="23"/>
                      <a:pt x="214" y="71"/>
                      <a:pt x="214" y="121"/>
                    </a:cubicBezTo>
                    <a:cubicBezTo>
                      <a:pt x="214" y="174"/>
                      <a:pt x="176" y="216"/>
                      <a:pt x="156" y="239"/>
                    </a:cubicBezTo>
                    <a:cubicBezTo>
                      <a:pt x="107" y="287"/>
                      <a:pt x="57" y="336"/>
                      <a:pt x="8" y="385"/>
                    </a:cubicBezTo>
                    <a:cubicBezTo>
                      <a:pt x="0" y="390"/>
                      <a:pt x="0" y="392"/>
                      <a:pt x="0" y="410"/>
                    </a:cubicBezTo>
                    <a:cubicBezTo>
                      <a:pt x="86" y="410"/>
                      <a:pt x="171" y="410"/>
                      <a:pt x="257" y="410"/>
                    </a:cubicBezTo>
                    <a:cubicBezTo>
                      <a:pt x="262" y="372"/>
                      <a:pt x="268" y="334"/>
                      <a:pt x="274" y="297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3" name="CustomShape 13"/>
              <p:cNvSpPr/>
              <p:nvPr/>
            </p:nvSpPr>
            <p:spPr>
              <a:xfrm>
                <a:off x="2734560" y="2652480"/>
                <a:ext cx="36000" cy="93600"/>
              </a:xfrm>
              <a:custGeom>
                <a:avLst/>
                <a:gdLst/>
                <a:ahLst/>
                <a:rect l="l" t="t" r="r" b="b"/>
                <a:pathLst>
                  <a:path w="104" h="264">
                    <a:moveTo>
                      <a:pt x="103" y="93"/>
                    </a:moveTo>
                    <a:cubicBezTo>
                      <a:pt x="103" y="35"/>
                      <a:pt x="80" y="0"/>
                      <a:pt x="45" y="0"/>
                    </a:cubicBezTo>
                    <a:cubicBezTo>
                      <a:pt x="17" y="0"/>
                      <a:pt x="0" y="22"/>
                      <a:pt x="0" y="47"/>
                    </a:cubicBezTo>
                    <a:cubicBezTo>
                      <a:pt x="0" y="70"/>
                      <a:pt x="17" y="93"/>
                      <a:pt x="45" y="93"/>
                    </a:cubicBezTo>
                    <a:cubicBezTo>
                      <a:pt x="55" y="93"/>
                      <a:pt x="68" y="90"/>
                      <a:pt x="78" y="83"/>
                    </a:cubicBezTo>
                    <a:cubicBezTo>
                      <a:pt x="80" y="80"/>
                      <a:pt x="79" y="81"/>
                      <a:pt x="80" y="80"/>
                    </a:cubicBezTo>
                    <a:cubicBezTo>
                      <a:pt x="83" y="80"/>
                      <a:pt x="83" y="80"/>
                      <a:pt x="83" y="93"/>
                    </a:cubicBezTo>
                    <a:cubicBezTo>
                      <a:pt x="83" y="158"/>
                      <a:pt x="52" y="210"/>
                      <a:pt x="22" y="238"/>
                    </a:cubicBezTo>
                    <a:cubicBezTo>
                      <a:pt x="12" y="248"/>
                      <a:pt x="12" y="251"/>
                      <a:pt x="12" y="253"/>
                    </a:cubicBezTo>
                    <a:cubicBezTo>
                      <a:pt x="12" y="258"/>
                      <a:pt x="17" y="263"/>
                      <a:pt x="22" y="263"/>
                    </a:cubicBezTo>
                    <a:cubicBezTo>
                      <a:pt x="33" y="263"/>
                      <a:pt x="103" y="196"/>
                      <a:pt x="103" y="9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4" name="CustomShape 14"/>
              <p:cNvSpPr/>
              <p:nvPr/>
            </p:nvSpPr>
            <p:spPr>
              <a:xfrm>
                <a:off x="2875680" y="2652480"/>
                <a:ext cx="32400" cy="32400"/>
              </a:xfrm>
              <a:custGeom>
                <a:avLst/>
                <a:gdLst/>
                <a:ahLst/>
                <a:rect l="l" t="t" r="r" b="b"/>
                <a:pathLst>
                  <a:path w="94" h="94">
                    <a:moveTo>
                      <a:pt x="93" y="47"/>
                    </a:moveTo>
                    <a:cubicBezTo>
                      <a:pt x="93" y="20"/>
                      <a:pt x="71" y="0"/>
                      <a:pt x="45" y="0"/>
                    </a:cubicBezTo>
                    <a:cubicBezTo>
                      <a:pt x="18" y="0"/>
                      <a:pt x="0" y="21"/>
                      <a:pt x="0" y="47"/>
                    </a:cubicBezTo>
                    <a:cubicBezTo>
                      <a:pt x="0" y="74"/>
                      <a:pt x="18" y="93"/>
                      <a:pt x="45" y="93"/>
                    </a:cubicBezTo>
                    <a:cubicBezTo>
                      <a:pt x="71" y="93"/>
                      <a:pt x="93" y="72"/>
                      <a:pt x="93" y="47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5" name="CustomShape 15"/>
              <p:cNvSpPr/>
              <p:nvPr/>
            </p:nvSpPr>
            <p:spPr>
              <a:xfrm>
                <a:off x="3016440" y="2652480"/>
                <a:ext cx="32400" cy="32400"/>
              </a:xfrm>
              <a:custGeom>
                <a:avLst/>
                <a:gdLst/>
                <a:ahLst/>
                <a:rect l="l" t="t" r="r" b="b"/>
                <a:pathLst>
                  <a:path w="94" h="94">
                    <a:moveTo>
                      <a:pt x="93" y="47"/>
                    </a:moveTo>
                    <a:cubicBezTo>
                      <a:pt x="93" y="20"/>
                      <a:pt x="74" y="0"/>
                      <a:pt x="48" y="0"/>
                    </a:cubicBezTo>
                    <a:cubicBezTo>
                      <a:pt x="22" y="0"/>
                      <a:pt x="0" y="21"/>
                      <a:pt x="0" y="47"/>
                    </a:cubicBezTo>
                    <a:cubicBezTo>
                      <a:pt x="0" y="74"/>
                      <a:pt x="22" y="93"/>
                      <a:pt x="48" y="93"/>
                    </a:cubicBezTo>
                    <a:cubicBezTo>
                      <a:pt x="74" y="93"/>
                      <a:pt x="93" y="72"/>
                      <a:pt x="93" y="47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6" name="CustomShape 16"/>
              <p:cNvSpPr/>
              <p:nvPr/>
            </p:nvSpPr>
            <p:spPr>
              <a:xfrm>
                <a:off x="3157560" y="2652480"/>
                <a:ext cx="32400" cy="32400"/>
              </a:xfrm>
              <a:custGeom>
                <a:avLst/>
                <a:gdLst/>
                <a:ahLst/>
                <a:rect l="l" t="t" r="r" b="b"/>
                <a:pathLst>
                  <a:path w="94" h="94">
                    <a:moveTo>
                      <a:pt x="93" y="47"/>
                    </a:moveTo>
                    <a:cubicBezTo>
                      <a:pt x="93" y="20"/>
                      <a:pt x="73" y="0"/>
                      <a:pt x="48" y="0"/>
                    </a:cubicBezTo>
                    <a:cubicBezTo>
                      <a:pt x="23" y="0"/>
                      <a:pt x="0" y="21"/>
                      <a:pt x="0" y="47"/>
                    </a:cubicBezTo>
                    <a:cubicBezTo>
                      <a:pt x="0" y="74"/>
                      <a:pt x="23" y="93"/>
                      <a:pt x="48" y="93"/>
                    </a:cubicBezTo>
                    <a:cubicBezTo>
                      <a:pt x="73" y="93"/>
                      <a:pt x="93" y="72"/>
                      <a:pt x="93" y="47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7" name="CustomShape 17"/>
              <p:cNvSpPr/>
              <p:nvPr/>
            </p:nvSpPr>
            <p:spPr>
              <a:xfrm>
                <a:off x="3298680" y="2652480"/>
                <a:ext cx="36000" cy="93600"/>
              </a:xfrm>
              <a:custGeom>
                <a:avLst/>
                <a:gdLst/>
                <a:ahLst/>
                <a:rect l="l" t="t" r="r" b="b"/>
                <a:pathLst>
                  <a:path w="104" h="264">
                    <a:moveTo>
                      <a:pt x="103" y="93"/>
                    </a:moveTo>
                    <a:cubicBezTo>
                      <a:pt x="103" y="35"/>
                      <a:pt x="83" y="0"/>
                      <a:pt x="48" y="0"/>
                    </a:cubicBezTo>
                    <a:cubicBezTo>
                      <a:pt x="17" y="0"/>
                      <a:pt x="0" y="22"/>
                      <a:pt x="0" y="47"/>
                    </a:cubicBezTo>
                    <a:cubicBezTo>
                      <a:pt x="0" y="70"/>
                      <a:pt x="17" y="93"/>
                      <a:pt x="48" y="93"/>
                    </a:cubicBezTo>
                    <a:cubicBezTo>
                      <a:pt x="58" y="93"/>
                      <a:pt x="70" y="90"/>
                      <a:pt x="78" y="83"/>
                    </a:cubicBezTo>
                    <a:cubicBezTo>
                      <a:pt x="80" y="80"/>
                      <a:pt x="81" y="81"/>
                      <a:pt x="83" y="80"/>
                    </a:cubicBezTo>
                    <a:cubicBezTo>
                      <a:pt x="84" y="84"/>
                      <a:pt x="85" y="80"/>
                      <a:pt x="85" y="93"/>
                    </a:cubicBezTo>
                    <a:cubicBezTo>
                      <a:pt x="85" y="158"/>
                      <a:pt x="53" y="211"/>
                      <a:pt x="25" y="238"/>
                    </a:cubicBezTo>
                    <a:cubicBezTo>
                      <a:pt x="15" y="248"/>
                      <a:pt x="15" y="251"/>
                      <a:pt x="15" y="253"/>
                    </a:cubicBezTo>
                    <a:cubicBezTo>
                      <a:pt x="15" y="258"/>
                      <a:pt x="20" y="263"/>
                      <a:pt x="25" y="263"/>
                    </a:cubicBezTo>
                    <a:cubicBezTo>
                      <a:pt x="32" y="263"/>
                      <a:pt x="103" y="196"/>
                      <a:pt x="103" y="9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8" name="CustomShape 18"/>
              <p:cNvSpPr/>
              <p:nvPr/>
            </p:nvSpPr>
            <p:spPr>
              <a:xfrm>
                <a:off x="3422520" y="2545560"/>
                <a:ext cx="145440" cy="204120"/>
              </a:xfrm>
              <a:custGeom>
                <a:avLst/>
                <a:gdLst/>
                <a:ahLst/>
                <a:rect l="l" t="t" r="r" b="b"/>
                <a:pathLst>
                  <a:path w="408" h="571">
                    <a:moveTo>
                      <a:pt x="402" y="56"/>
                    </a:moveTo>
                    <a:cubicBezTo>
                      <a:pt x="407" y="43"/>
                      <a:pt x="407" y="40"/>
                      <a:pt x="407" y="35"/>
                    </a:cubicBezTo>
                    <a:cubicBezTo>
                      <a:pt x="407" y="18"/>
                      <a:pt x="394" y="10"/>
                      <a:pt x="379" y="10"/>
                    </a:cubicBezTo>
                    <a:cubicBezTo>
                      <a:pt x="371" y="10"/>
                      <a:pt x="356" y="15"/>
                      <a:pt x="349" y="28"/>
                    </a:cubicBezTo>
                    <a:cubicBezTo>
                      <a:pt x="346" y="33"/>
                      <a:pt x="341" y="61"/>
                      <a:pt x="336" y="76"/>
                    </a:cubicBezTo>
                    <a:cubicBezTo>
                      <a:pt x="331" y="98"/>
                      <a:pt x="324" y="123"/>
                      <a:pt x="319" y="146"/>
                    </a:cubicBezTo>
                    <a:cubicBezTo>
                      <a:pt x="305" y="199"/>
                      <a:pt x="292" y="251"/>
                      <a:pt x="279" y="304"/>
                    </a:cubicBezTo>
                    <a:cubicBezTo>
                      <a:pt x="276" y="319"/>
                      <a:pt x="238" y="380"/>
                      <a:pt x="181" y="380"/>
                    </a:cubicBezTo>
                    <a:cubicBezTo>
                      <a:pt x="135" y="380"/>
                      <a:pt x="125" y="342"/>
                      <a:pt x="125" y="309"/>
                    </a:cubicBezTo>
                    <a:cubicBezTo>
                      <a:pt x="125" y="269"/>
                      <a:pt x="140" y="214"/>
                      <a:pt x="171" y="136"/>
                    </a:cubicBezTo>
                    <a:cubicBezTo>
                      <a:pt x="183" y="101"/>
                      <a:pt x="188" y="91"/>
                      <a:pt x="188" y="73"/>
                    </a:cubicBezTo>
                    <a:cubicBezTo>
                      <a:pt x="188" y="33"/>
                      <a:pt x="158" y="0"/>
                      <a:pt x="115" y="0"/>
                    </a:cubicBezTo>
                    <a:cubicBezTo>
                      <a:pt x="32" y="0"/>
                      <a:pt x="0" y="128"/>
                      <a:pt x="0" y="136"/>
                    </a:cubicBezTo>
                    <a:cubicBezTo>
                      <a:pt x="0" y="146"/>
                      <a:pt x="7" y="146"/>
                      <a:pt x="10" y="146"/>
                    </a:cubicBezTo>
                    <a:cubicBezTo>
                      <a:pt x="17" y="146"/>
                      <a:pt x="20" y="143"/>
                      <a:pt x="22" y="128"/>
                    </a:cubicBezTo>
                    <a:cubicBezTo>
                      <a:pt x="48" y="45"/>
                      <a:pt x="83" y="20"/>
                      <a:pt x="113" y="20"/>
                    </a:cubicBezTo>
                    <a:cubicBezTo>
                      <a:pt x="120" y="20"/>
                      <a:pt x="135" y="20"/>
                      <a:pt x="135" y="48"/>
                    </a:cubicBezTo>
                    <a:cubicBezTo>
                      <a:pt x="135" y="71"/>
                      <a:pt x="125" y="93"/>
                      <a:pt x="120" y="111"/>
                    </a:cubicBezTo>
                    <a:cubicBezTo>
                      <a:pt x="85" y="204"/>
                      <a:pt x="68" y="254"/>
                      <a:pt x="68" y="294"/>
                    </a:cubicBezTo>
                    <a:cubicBezTo>
                      <a:pt x="68" y="372"/>
                      <a:pt x="123" y="400"/>
                      <a:pt x="176" y="400"/>
                    </a:cubicBezTo>
                    <a:cubicBezTo>
                      <a:pt x="211" y="400"/>
                      <a:pt x="241" y="385"/>
                      <a:pt x="266" y="359"/>
                    </a:cubicBezTo>
                    <a:cubicBezTo>
                      <a:pt x="253" y="405"/>
                      <a:pt x="243" y="450"/>
                      <a:pt x="208" y="495"/>
                    </a:cubicBezTo>
                    <a:cubicBezTo>
                      <a:pt x="186" y="525"/>
                      <a:pt x="151" y="550"/>
                      <a:pt x="110" y="550"/>
                    </a:cubicBezTo>
                    <a:cubicBezTo>
                      <a:pt x="98" y="550"/>
                      <a:pt x="58" y="548"/>
                      <a:pt x="43" y="515"/>
                    </a:cubicBezTo>
                    <a:cubicBezTo>
                      <a:pt x="58" y="515"/>
                      <a:pt x="70" y="515"/>
                      <a:pt x="83" y="503"/>
                    </a:cubicBezTo>
                    <a:cubicBezTo>
                      <a:pt x="90" y="495"/>
                      <a:pt x="100" y="485"/>
                      <a:pt x="100" y="467"/>
                    </a:cubicBezTo>
                    <a:cubicBezTo>
                      <a:pt x="100" y="440"/>
                      <a:pt x="75" y="437"/>
                      <a:pt x="68" y="437"/>
                    </a:cubicBezTo>
                    <a:cubicBezTo>
                      <a:pt x="48" y="437"/>
                      <a:pt x="17" y="450"/>
                      <a:pt x="17" y="495"/>
                    </a:cubicBezTo>
                    <a:cubicBezTo>
                      <a:pt x="17" y="538"/>
                      <a:pt x="55" y="570"/>
                      <a:pt x="110" y="570"/>
                    </a:cubicBezTo>
                    <a:cubicBezTo>
                      <a:pt x="201" y="570"/>
                      <a:pt x="294" y="490"/>
                      <a:pt x="316" y="392"/>
                    </a:cubicBezTo>
                    <a:cubicBezTo>
                      <a:pt x="345" y="280"/>
                      <a:pt x="373" y="168"/>
                      <a:pt x="402" y="56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9" name="CustomShape 19"/>
              <p:cNvSpPr/>
              <p:nvPr/>
            </p:nvSpPr>
            <p:spPr>
              <a:xfrm>
                <a:off x="3578760" y="2635920"/>
                <a:ext cx="134640" cy="98640"/>
              </a:xfrm>
              <a:custGeom>
                <a:avLst/>
                <a:gdLst/>
                <a:ahLst/>
                <a:rect l="l" t="t" r="r" b="b"/>
                <a:pathLst>
                  <a:path w="378" h="278">
                    <a:moveTo>
                      <a:pt x="48" y="231"/>
                    </a:moveTo>
                    <a:cubicBezTo>
                      <a:pt x="45" y="239"/>
                      <a:pt x="43" y="248"/>
                      <a:pt x="40" y="257"/>
                    </a:cubicBezTo>
                    <a:cubicBezTo>
                      <a:pt x="40" y="272"/>
                      <a:pt x="53" y="277"/>
                      <a:pt x="63" y="277"/>
                    </a:cubicBezTo>
                    <a:cubicBezTo>
                      <a:pt x="73" y="277"/>
                      <a:pt x="83" y="269"/>
                      <a:pt x="86" y="264"/>
                    </a:cubicBezTo>
                    <a:cubicBezTo>
                      <a:pt x="88" y="259"/>
                      <a:pt x="93" y="239"/>
                      <a:pt x="98" y="226"/>
                    </a:cubicBezTo>
                    <a:cubicBezTo>
                      <a:pt x="101" y="214"/>
                      <a:pt x="108" y="186"/>
                      <a:pt x="111" y="169"/>
                    </a:cubicBezTo>
                    <a:cubicBezTo>
                      <a:pt x="113" y="156"/>
                      <a:pt x="118" y="144"/>
                      <a:pt x="121" y="129"/>
                    </a:cubicBezTo>
                    <a:cubicBezTo>
                      <a:pt x="128" y="103"/>
                      <a:pt x="128" y="98"/>
                      <a:pt x="146" y="73"/>
                    </a:cubicBezTo>
                    <a:cubicBezTo>
                      <a:pt x="163" y="48"/>
                      <a:pt x="194" y="15"/>
                      <a:pt x="239" y="15"/>
                    </a:cubicBezTo>
                    <a:cubicBezTo>
                      <a:pt x="276" y="15"/>
                      <a:pt x="276" y="48"/>
                      <a:pt x="276" y="61"/>
                    </a:cubicBezTo>
                    <a:cubicBezTo>
                      <a:pt x="276" y="96"/>
                      <a:pt x="249" y="166"/>
                      <a:pt x="239" y="191"/>
                    </a:cubicBezTo>
                    <a:cubicBezTo>
                      <a:pt x="234" y="209"/>
                      <a:pt x="231" y="214"/>
                      <a:pt x="231" y="224"/>
                    </a:cubicBezTo>
                    <a:cubicBezTo>
                      <a:pt x="231" y="257"/>
                      <a:pt x="259" y="277"/>
                      <a:pt x="289" y="277"/>
                    </a:cubicBezTo>
                    <a:cubicBezTo>
                      <a:pt x="352" y="277"/>
                      <a:pt x="377" y="191"/>
                      <a:pt x="377" y="184"/>
                    </a:cubicBezTo>
                    <a:cubicBezTo>
                      <a:pt x="377" y="174"/>
                      <a:pt x="372" y="177"/>
                      <a:pt x="369" y="174"/>
                    </a:cubicBezTo>
                    <a:cubicBezTo>
                      <a:pt x="359" y="174"/>
                      <a:pt x="359" y="179"/>
                      <a:pt x="357" y="186"/>
                    </a:cubicBezTo>
                    <a:cubicBezTo>
                      <a:pt x="342" y="234"/>
                      <a:pt x="317" y="259"/>
                      <a:pt x="292" y="259"/>
                    </a:cubicBezTo>
                    <a:cubicBezTo>
                      <a:pt x="279" y="259"/>
                      <a:pt x="276" y="252"/>
                      <a:pt x="276" y="239"/>
                    </a:cubicBezTo>
                    <a:cubicBezTo>
                      <a:pt x="276" y="224"/>
                      <a:pt x="279" y="216"/>
                      <a:pt x="289" y="189"/>
                    </a:cubicBezTo>
                    <a:cubicBezTo>
                      <a:pt x="297" y="169"/>
                      <a:pt x="322" y="103"/>
                      <a:pt x="322" y="68"/>
                    </a:cubicBezTo>
                    <a:cubicBezTo>
                      <a:pt x="322" y="10"/>
                      <a:pt x="274" y="0"/>
                      <a:pt x="241" y="0"/>
                    </a:cubicBezTo>
                    <a:cubicBezTo>
                      <a:pt x="191" y="0"/>
                      <a:pt x="156" y="31"/>
                      <a:pt x="138" y="56"/>
                    </a:cubicBezTo>
                    <a:cubicBezTo>
                      <a:pt x="133" y="13"/>
                      <a:pt x="98" y="0"/>
                      <a:pt x="71" y="0"/>
                    </a:cubicBezTo>
                    <a:cubicBezTo>
                      <a:pt x="45" y="0"/>
                      <a:pt x="30" y="18"/>
                      <a:pt x="23" y="33"/>
                    </a:cubicBezTo>
                    <a:cubicBezTo>
                      <a:pt x="10" y="56"/>
                      <a:pt x="0" y="91"/>
                      <a:pt x="0" y="93"/>
                    </a:cubicBezTo>
                    <a:cubicBezTo>
                      <a:pt x="0" y="101"/>
                      <a:pt x="7" y="98"/>
                      <a:pt x="10" y="101"/>
                    </a:cubicBezTo>
                    <a:cubicBezTo>
                      <a:pt x="20" y="101"/>
                      <a:pt x="20" y="101"/>
                      <a:pt x="25" y="83"/>
                    </a:cubicBezTo>
                    <a:cubicBezTo>
                      <a:pt x="33" y="46"/>
                      <a:pt x="45" y="15"/>
                      <a:pt x="71" y="15"/>
                    </a:cubicBezTo>
                    <a:cubicBezTo>
                      <a:pt x="86" y="15"/>
                      <a:pt x="91" y="31"/>
                      <a:pt x="91" y="46"/>
                    </a:cubicBezTo>
                    <a:cubicBezTo>
                      <a:pt x="91" y="58"/>
                      <a:pt x="86" y="82"/>
                      <a:pt x="81" y="98"/>
                    </a:cubicBezTo>
                    <a:cubicBezTo>
                      <a:pt x="76" y="115"/>
                      <a:pt x="71" y="139"/>
                      <a:pt x="68" y="154"/>
                    </a:cubicBezTo>
                    <a:cubicBezTo>
                      <a:pt x="61" y="180"/>
                      <a:pt x="55" y="206"/>
                      <a:pt x="48" y="2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0" name="CustomShape 20"/>
              <p:cNvSpPr/>
              <p:nvPr/>
            </p:nvSpPr>
            <p:spPr>
              <a:xfrm>
                <a:off x="3867120" y="2448000"/>
                <a:ext cx="11520" cy="316440"/>
              </a:xfrm>
              <a:custGeom>
                <a:avLst/>
                <a:gdLst/>
                <a:ahLst/>
                <a:rect l="l" t="t" r="r" b="b"/>
                <a:pathLst>
                  <a:path w="36" h="883">
                    <a:moveTo>
                      <a:pt x="35" y="33"/>
                    </a:moveTo>
                    <a:cubicBezTo>
                      <a:pt x="35" y="18"/>
                      <a:pt x="35" y="0"/>
                      <a:pt x="18" y="0"/>
                    </a:cubicBezTo>
                    <a:cubicBezTo>
                      <a:pt x="0" y="0"/>
                      <a:pt x="0" y="18"/>
                      <a:pt x="0" y="33"/>
                    </a:cubicBezTo>
                    <a:cubicBezTo>
                      <a:pt x="0" y="305"/>
                      <a:pt x="0" y="577"/>
                      <a:pt x="0" y="849"/>
                    </a:cubicBezTo>
                    <a:cubicBezTo>
                      <a:pt x="0" y="864"/>
                      <a:pt x="0" y="882"/>
                      <a:pt x="18" y="882"/>
                    </a:cubicBezTo>
                    <a:cubicBezTo>
                      <a:pt x="35" y="882"/>
                      <a:pt x="35" y="864"/>
                      <a:pt x="35" y="849"/>
                    </a:cubicBezTo>
                    <a:cubicBezTo>
                      <a:pt x="35" y="577"/>
                      <a:pt x="35" y="305"/>
                      <a:pt x="35" y="3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1" name="CustomShape 21"/>
              <p:cNvSpPr/>
              <p:nvPr/>
            </p:nvSpPr>
            <p:spPr>
              <a:xfrm>
                <a:off x="4019040" y="2545560"/>
                <a:ext cx="177120" cy="142920"/>
              </a:xfrm>
              <a:custGeom>
                <a:avLst/>
                <a:gdLst/>
                <a:ahLst/>
                <a:rect l="l" t="t" r="r" b="b"/>
                <a:pathLst>
                  <a:path w="496" h="401">
                    <a:moveTo>
                      <a:pt x="384" y="181"/>
                    </a:moveTo>
                    <a:cubicBezTo>
                      <a:pt x="384" y="43"/>
                      <a:pt x="304" y="0"/>
                      <a:pt x="239" y="0"/>
                    </a:cubicBezTo>
                    <a:cubicBezTo>
                      <a:pt x="118" y="0"/>
                      <a:pt x="0" y="126"/>
                      <a:pt x="0" y="251"/>
                    </a:cubicBezTo>
                    <a:cubicBezTo>
                      <a:pt x="0" y="332"/>
                      <a:pt x="53" y="400"/>
                      <a:pt x="143" y="400"/>
                    </a:cubicBezTo>
                    <a:cubicBezTo>
                      <a:pt x="199" y="400"/>
                      <a:pt x="264" y="380"/>
                      <a:pt x="329" y="327"/>
                    </a:cubicBezTo>
                    <a:cubicBezTo>
                      <a:pt x="342" y="372"/>
                      <a:pt x="369" y="400"/>
                      <a:pt x="410" y="400"/>
                    </a:cubicBezTo>
                    <a:cubicBezTo>
                      <a:pt x="457" y="400"/>
                      <a:pt x="485" y="352"/>
                      <a:pt x="485" y="337"/>
                    </a:cubicBezTo>
                    <a:cubicBezTo>
                      <a:pt x="485" y="332"/>
                      <a:pt x="480" y="329"/>
                      <a:pt x="475" y="329"/>
                    </a:cubicBezTo>
                    <a:cubicBezTo>
                      <a:pt x="467" y="329"/>
                      <a:pt x="465" y="332"/>
                      <a:pt x="462" y="337"/>
                    </a:cubicBezTo>
                    <a:cubicBezTo>
                      <a:pt x="447" y="380"/>
                      <a:pt x="415" y="380"/>
                      <a:pt x="412" y="380"/>
                    </a:cubicBezTo>
                    <a:cubicBezTo>
                      <a:pt x="384" y="380"/>
                      <a:pt x="384" y="312"/>
                      <a:pt x="384" y="292"/>
                    </a:cubicBezTo>
                    <a:cubicBezTo>
                      <a:pt x="384" y="272"/>
                      <a:pt x="384" y="269"/>
                      <a:pt x="394" y="259"/>
                    </a:cubicBezTo>
                    <a:cubicBezTo>
                      <a:pt x="477" y="156"/>
                      <a:pt x="461" y="122"/>
                      <a:pt x="495" y="53"/>
                    </a:cubicBezTo>
                    <a:cubicBezTo>
                      <a:pt x="495" y="50"/>
                      <a:pt x="495" y="43"/>
                      <a:pt x="485" y="43"/>
                    </a:cubicBezTo>
                    <a:cubicBezTo>
                      <a:pt x="477" y="43"/>
                      <a:pt x="477" y="45"/>
                      <a:pt x="472" y="63"/>
                    </a:cubicBezTo>
                    <a:cubicBezTo>
                      <a:pt x="457" y="118"/>
                      <a:pt x="427" y="184"/>
                      <a:pt x="384" y="236"/>
                    </a:cubicBezTo>
                    <a:cubicBezTo>
                      <a:pt x="384" y="218"/>
                      <a:pt x="384" y="200"/>
                      <a:pt x="384" y="181"/>
                    </a:cubicBezTo>
                    <a:moveTo>
                      <a:pt x="327" y="302"/>
                    </a:moveTo>
                    <a:cubicBezTo>
                      <a:pt x="249" y="369"/>
                      <a:pt x="181" y="380"/>
                      <a:pt x="146" y="380"/>
                    </a:cubicBezTo>
                    <a:cubicBezTo>
                      <a:pt x="93" y="380"/>
                      <a:pt x="65" y="342"/>
                      <a:pt x="65" y="284"/>
                    </a:cubicBezTo>
                    <a:cubicBezTo>
                      <a:pt x="65" y="241"/>
                      <a:pt x="88" y="146"/>
                      <a:pt x="118" y="101"/>
                    </a:cubicBezTo>
                    <a:cubicBezTo>
                      <a:pt x="158" y="38"/>
                      <a:pt x="206" y="20"/>
                      <a:pt x="236" y="20"/>
                    </a:cubicBezTo>
                    <a:cubicBezTo>
                      <a:pt x="324" y="20"/>
                      <a:pt x="324" y="136"/>
                      <a:pt x="324" y="204"/>
                    </a:cubicBezTo>
                    <a:cubicBezTo>
                      <a:pt x="324" y="236"/>
                      <a:pt x="324" y="287"/>
                      <a:pt x="327" y="30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2" name="CustomShape 22"/>
              <p:cNvSpPr/>
              <p:nvPr/>
            </p:nvSpPr>
            <p:spPr>
              <a:xfrm>
                <a:off x="4237920" y="2652480"/>
                <a:ext cx="36000" cy="93600"/>
              </a:xfrm>
              <a:custGeom>
                <a:avLst/>
                <a:gdLst/>
                <a:ahLst/>
                <a:rect l="l" t="t" r="r" b="b"/>
                <a:pathLst>
                  <a:path w="104" h="264">
                    <a:moveTo>
                      <a:pt x="103" y="93"/>
                    </a:moveTo>
                    <a:cubicBezTo>
                      <a:pt x="103" y="35"/>
                      <a:pt x="80" y="0"/>
                      <a:pt x="48" y="0"/>
                    </a:cubicBezTo>
                    <a:cubicBezTo>
                      <a:pt x="17" y="0"/>
                      <a:pt x="0" y="22"/>
                      <a:pt x="0" y="47"/>
                    </a:cubicBezTo>
                    <a:cubicBezTo>
                      <a:pt x="0" y="70"/>
                      <a:pt x="17" y="93"/>
                      <a:pt x="48" y="93"/>
                    </a:cubicBezTo>
                    <a:cubicBezTo>
                      <a:pt x="58" y="93"/>
                      <a:pt x="70" y="90"/>
                      <a:pt x="78" y="83"/>
                    </a:cubicBezTo>
                    <a:cubicBezTo>
                      <a:pt x="80" y="80"/>
                      <a:pt x="80" y="80"/>
                      <a:pt x="83" y="80"/>
                    </a:cubicBezTo>
                    <a:cubicBezTo>
                      <a:pt x="83" y="84"/>
                      <a:pt x="83" y="80"/>
                      <a:pt x="83" y="93"/>
                    </a:cubicBezTo>
                    <a:cubicBezTo>
                      <a:pt x="83" y="158"/>
                      <a:pt x="53" y="211"/>
                      <a:pt x="25" y="238"/>
                    </a:cubicBezTo>
                    <a:cubicBezTo>
                      <a:pt x="15" y="248"/>
                      <a:pt x="15" y="251"/>
                      <a:pt x="15" y="253"/>
                    </a:cubicBezTo>
                    <a:cubicBezTo>
                      <a:pt x="15" y="258"/>
                      <a:pt x="17" y="263"/>
                      <a:pt x="22" y="263"/>
                    </a:cubicBezTo>
                    <a:cubicBezTo>
                      <a:pt x="33" y="263"/>
                      <a:pt x="103" y="196"/>
                      <a:pt x="103" y="9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3" name="CustomShape 23"/>
              <p:cNvSpPr/>
              <p:nvPr/>
            </p:nvSpPr>
            <p:spPr>
              <a:xfrm>
                <a:off x="4360680" y="2462400"/>
                <a:ext cx="172800" cy="283680"/>
              </a:xfrm>
              <a:custGeom>
                <a:avLst/>
                <a:gdLst/>
                <a:ahLst/>
                <a:rect l="l" t="t" r="r" b="b"/>
                <a:pathLst>
                  <a:path w="484" h="792">
                    <a:moveTo>
                      <a:pt x="483" y="121"/>
                    </a:moveTo>
                    <a:cubicBezTo>
                      <a:pt x="483" y="53"/>
                      <a:pt x="435" y="0"/>
                      <a:pt x="362" y="0"/>
                    </a:cubicBezTo>
                    <a:cubicBezTo>
                      <a:pt x="312" y="0"/>
                      <a:pt x="287" y="13"/>
                      <a:pt x="257" y="35"/>
                    </a:cubicBezTo>
                    <a:cubicBezTo>
                      <a:pt x="206" y="71"/>
                      <a:pt x="159" y="156"/>
                      <a:pt x="141" y="224"/>
                    </a:cubicBezTo>
                    <a:cubicBezTo>
                      <a:pt x="95" y="410"/>
                      <a:pt x="49" y="597"/>
                      <a:pt x="3" y="784"/>
                    </a:cubicBezTo>
                    <a:cubicBezTo>
                      <a:pt x="0" y="786"/>
                      <a:pt x="5" y="791"/>
                      <a:pt x="13" y="791"/>
                    </a:cubicBezTo>
                    <a:cubicBezTo>
                      <a:pt x="20" y="791"/>
                      <a:pt x="23" y="789"/>
                      <a:pt x="23" y="786"/>
                    </a:cubicBezTo>
                    <a:cubicBezTo>
                      <a:pt x="44" y="706"/>
                      <a:pt x="65" y="626"/>
                      <a:pt x="86" y="545"/>
                    </a:cubicBezTo>
                    <a:cubicBezTo>
                      <a:pt x="101" y="598"/>
                      <a:pt x="140" y="631"/>
                      <a:pt x="204" y="631"/>
                    </a:cubicBezTo>
                    <a:cubicBezTo>
                      <a:pt x="268" y="631"/>
                      <a:pt x="334" y="598"/>
                      <a:pt x="375" y="560"/>
                    </a:cubicBezTo>
                    <a:cubicBezTo>
                      <a:pt x="417" y="520"/>
                      <a:pt x="445" y="462"/>
                      <a:pt x="445" y="397"/>
                    </a:cubicBezTo>
                    <a:cubicBezTo>
                      <a:pt x="445" y="334"/>
                      <a:pt x="412" y="289"/>
                      <a:pt x="382" y="266"/>
                    </a:cubicBezTo>
                    <a:cubicBezTo>
                      <a:pt x="432" y="239"/>
                      <a:pt x="483" y="184"/>
                      <a:pt x="483" y="121"/>
                    </a:cubicBezTo>
                    <a:moveTo>
                      <a:pt x="324" y="266"/>
                    </a:moveTo>
                    <a:cubicBezTo>
                      <a:pt x="312" y="271"/>
                      <a:pt x="302" y="271"/>
                      <a:pt x="282" y="271"/>
                    </a:cubicBezTo>
                    <a:cubicBezTo>
                      <a:pt x="269" y="271"/>
                      <a:pt x="252" y="274"/>
                      <a:pt x="244" y="269"/>
                    </a:cubicBezTo>
                    <a:cubicBezTo>
                      <a:pt x="244" y="259"/>
                      <a:pt x="277" y="261"/>
                      <a:pt x="287" y="261"/>
                    </a:cubicBezTo>
                    <a:cubicBezTo>
                      <a:pt x="304" y="261"/>
                      <a:pt x="312" y="261"/>
                      <a:pt x="324" y="266"/>
                    </a:cubicBezTo>
                    <a:moveTo>
                      <a:pt x="432" y="101"/>
                    </a:moveTo>
                    <a:cubicBezTo>
                      <a:pt x="432" y="161"/>
                      <a:pt x="400" y="224"/>
                      <a:pt x="354" y="251"/>
                    </a:cubicBezTo>
                    <a:cubicBezTo>
                      <a:pt x="329" y="244"/>
                      <a:pt x="312" y="241"/>
                      <a:pt x="287" y="241"/>
                    </a:cubicBezTo>
                    <a:cubicBezTo>
                      <a:pt x="267" y="241"/>
                      <a:pt x="219" y="241"/>
                      <a:pt x="219" y="269"/>
                    </a:cubicBezTo>
                    <a:cubicBezTo>
                      <a:pt x="216" y="294"/>
                      <a:pt x="264" y="292"/>
                      <a:pt x="279" y="292"/>
                    </a:cubicBezTo>
                    <a:cubicBezTo>
                      <a:pt x="312" y="292"/>
                      <a:pt x="324" y="292"/>
                      <a:pt x="352" y="279"/>
                    </a:cubicBezTo>
                    <a:cubicBezTo>
                      <a:pt x="385" y="312"/>
                      <a:pt x="390" y="339"/>
                      <a:pt x="390" y="379"/>
                    </a:cubicBezTo>
                    <a:cubicBezTo>
                      <a:pt x="392" y="430"/>
                      <a:pt x="372" y="497"/>
                      <a:pt x="347" y="530"/>
                    </a:cubicBezTo>
                    <a:cubicBezTo>
                      <a:pt x="312" y="578"/>
                      <a:pt x="252" y="611"/>
                      <a:pt x="201" y="611"/>
                    </a:cubicBezTo>
                    <a:cubicBezTo>
                      <a:pt x="136" y="611"/>
                      <a:pt x="101" y="560"/>
                      <a:pt x="101" y="497"/>
                    </a:cubicBezTo>
                    <a:cubicBezTo>
                      <a:pt x="101" y="487"/>
                      <a:pt x="101" y="475"/>
                      <a:pt x="106" y="457"/>
                    </a:cubicBezTo>
                    <a:cubicBezTo>
                      <a:pt x="125" y="384"/>
                      <a:pt x="144" y="310"/>
                      <a:pt x="164" y="236"/>
                    </a:cubicBezTo>
                    <a:cubicBezTo>
                      <a:pt x="181" y="158"/>
                      <a:pt x="247" y="20"/>
                      <a:pt x="352" y="20"/>
                    </a:cubicBezTo>
                    <a:cubicBezTo>
                      <a:pt x="402" y="20"/>
                      <a:pt x="432" y="48"/>
                      <a:pt x="432" y="101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4" name="CustomShape 24"/>
              <p:cNvSpPr/>
              <p:nvPr/>
            </p:nvSpPr>
            <p:spPr>
              <a:xfrm>
                <a:off x="4565880" y="2448000"/>
                <a:ext cx="73080" cy="316440"/>
              </a:xfrm>
              <a:custGeom>
                <a:avLst/>
                <a:gdLst/>
                <a:ahLst/>
                <a:rect l="l" t="t" r="r" b="b"/>
                <a:pathLst>
                  <a:path w="207" h="883">
                    <a:moveTo>
                      <a:pt x="206" y="440"/>
                    </a:moveTo>
                    <a:cubicBezTo>
                      <a:pt x="206" y="372"/>
                      <a:pt x="196" y="266"/>
                      <a:pt x="149" y="166"/>
                    </a:cubicBezTo>
                    <a:cubicBezTo>
                      <a:pt x="96" y="58"/>
                      <a:pt x="18" y="0"/>
                      <a:pt x="10" y="0"/>
                    </a:cubicBezTo>
                    <a:cubicBezTo>
                      <a:pt x="5" y="0"/>
                      <a:pt x="0" y="5"/>
                      <a:pt x="0" y="10"/>
                    </a:cubicBezTo>
                    <a:cubicBezTo>
                      <a:pt x="0" y="13"/>
                      <a:pt x="0" y="13"/>
                      <a:pt x="18" y="30"/>
                    </a:cubicBezTo>
                    <a:cubicBezTo>
                      <a:pt x="106" y="116"/>
                      <a:pt x="156" y="256"/>
                      <a:pt x="156" y="440"/>
                    </a:cubicBezTo>
                    <a:cubicBezTo>
                      <a:pt x="156" y="590"/>
                      <a:pt x="123" y="746"/>
                      <a:pt x="13" y="856"/>
                    </a:cubicBezTo>
                    <a:cubicBezTo>
                      <a:pt x="0" y="869"/>
                      <a:pt x="0" y="869"/>
                      <a:pt x="0" y="872"/>
                    </a:cubicBezTo>
                    <a:cubicBezTo>
                      <a:pt x="0" y="877"/>
                      <a:pt x="5" y="882"/>
                      <a:pt x="10" y="882"/>
                    </a:cubicBezTo>
                    <a:cubicBezTo>
                      <a:pt x="18" y="882"/>
                      <a:pt x="98" y="821"/>
                      <a:pt x="151" y="708"/>
                    </a:cubicBezTo>
                    <a:cubicBezTo>
                      <a:pt x="196" y="613"/>
                      <a:pt x="206" y="515"/>
                      <a:pt x="206" y="44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5" name="CustomShape 25"/>
              <p:cNvSpPr/>
              <p:nvPr/>
            </p:nvSpPr>
            <p:spPr>
              <a:xfrm>
                <a:off x="4777560" y="2568600"/>
                <a:ext cx="210600" cy="74880"/>
              </a:xfrm>
              <a:custGeom>
                <a:avLst/>
                <a:gdLst/>
                <a:ahLst/>
                <a:rect l="l" t="t" r="r" b="b"/>
                <a:pathLst>
                  <a:path w="589" h="212">
                    <a:moveTo>
                      <a:pt x="558" y="39"/>
                    </a:moveTo>
                    <a:cubicBezTo>
                      <a:pt x="570" y="39"/>
                      <a:pt x="588" y="38"/>
                      <a:pt x="588" y="19"/>
                    </a:cubicBezTo>
                    <a:cubicBezTo>
                      <a:pt x="588" y="0"/>
                      <a:pt x="570" y="2"/>
                      <a:pt x="558" y="2"/>
                    </a:cubicBezTo>
                    <a:cubicBezTo>
                      <a:pt x="382" y="2"/>
                      <a:pt x="206" y="2"/>
                      <a:pt x="30" y="2"/>
                    </a:cubicBezTo>
                    <a:cubicBezTo>
                      <a:pt x="18" y="2"/>
                      <a:pt x="0" y="0"/>
                      <a:pt x="0" y="19"/>
                    </a:cubicBezTo>
                    <a:cubicBezTo>
                      <a:pt x="0" y="38"/>
                      <a:pt x="18" y="39"/>
                      <a:pt x="30" y="39"/>
                    </a:cubicBezTo>
                    <a:cubicBezTo>
                      <a:pt x="206" y="39"/>
                      <a:pt x="382" y="39"/>
                      <a:pt x="558" y="39"/>
                    </a:cubicBezTo>
                    <a:moveTo>
                      <a:pt x="558" y="210"/>
                    </a:moveTo>
                    <a:cubicBezTo>
                      <a:pt x="570" y="210"/>
                      <a:pt x="588" y="211"/>
                      <a:pt x="588" y="192"/>
                    </a:cubicBezTo>
                    <a:cubicBezTo>
                      <a:pt x="588" y="174"/>
                      <a:pt x="570" y="172"/>
                      <a:pt x="558" y="172"/>
                    </a:cubicBezTo>
                    <a:cubicBezTo>
                      <a:pt x="382" y="172"/>
                      <a:pt x="206" y="172"/>
                      <a:pt x="30" y="172"/>
                    </a:cubicBezTo>
                    <a:cubicBezTo>
                      <a:pt x="18" y="172"/>
                      <a:pt x="0" y="174"/>
                      <a:pt x="0" y="192"/>
                    </a:cubicBezTo>
                    <a:cubicBezTo>
                      <a:pt x="0" y="211"/>
                      <a:pt x="18" y="210"/>
                      <a:pt x="30" y="210"/>
                    </a:cubicBezTo>
                    <a:cubicBezTo>
                      <a:pt x="206" y="210"/>
                      <a:pt x="382" y="210"/>
                      <a:pt x="558" y="21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6" name="CustomShape 26"/>
              <p:cNvSpPr/>
              <p:nvPr/>
            </p:nvSpPr>
            <p:spPr>
              <a:xfrm>
                <a:off x="5108400" y="2469600"/>
                <a:ext cx="225720" cy="215280"/>
              </a:xfrm>
              <a:custGeom>
                <a:avLst/>
                <a:gdLst/>
                <a:ahLst/>
                <a:rect l="l" t="t" r="r" b="b"/>
                <a:pathLst>
                  <a:path w="631" h="602">
                    <a:moveTo>
                      <a:pt x="231" y="322"/>
                    </a:moveTo>
                    <a:cubicBezTo>
                      <a:pt x="281" y="322"/>
                      <a:pt x="332" y="322"/>
                      <a:pt x="382" y="322"/>
                    </a:cubicBezTo>
                    <a:cubicBezTo>
                      <a:pt x="507" y="322"/>
                      <a:pt x="630" y="231"/>
                      <a:pt x="630" y="133"/>
                    </a:cubicBezTo>
                    <a:cubicBezTo>
                      <a:pt x="630" y="66"/>
                      <a:pt x="570" y="0"/>
                      <a:pt x="455" y="0"/>
                    </a:cubicBezTo>
                    <a:cubicBezTo>
                      <a:pt x="359" y="0"/>
                      <a:pt x="264" y="0"/>
                      <a:pt x="168" y="0"/>
                    </a:cubicBezTo>
                    <a:cubicBezTo>
                      <a:pt x="153" y="0"/>
                      <a:pt x="143" y="0"/>
                      <a:pt x="143" y="15"/>
                    </a:cubicBezTo>
                    <a:cubicBezTo>
                      <a:pt x="143" y="28"/>
                      <a:pt x="151" y="28"/>
                      <a:pt x="168" y="28"/>
                    </a:cubicBezTo>
                    <a:cubicBezTo>
                      <a:pt x="181" y="28"/>
                      <a:pt x="196" y="28"/>
                      <a:pt x="206" y="28"/>
                    </a:cubicBezTo>
                    <a:cubicBezTo>
                      <a:pt x="221" y="30"/>
                      <a:pt x="226" y="33"/>
                      <a:pt x="226" y="43"/>
                    </a:cubicBezTo>
                    <a:cubicBezTo>
                      <a:pt x="226" y="45"/>
                      <a:pt x="226" y="48"/>
                      <a:pt x="224" y="61"/>
                    </a:cubicBezTo>
                    <a:cubicBezTo>
                      <a:pt x="183" y="218"/>
                      <a:pt x="143" y="375"/>
                      <a:pt x="103" y="533"/>
                    </a:cubicBezTo>
                    <a:cubicBezTo>
                      <a:pt x="96" y="565"/>
                      <a:pt x="93" y="573"/>
                      <a:pt x="25" y="573"/>
                    </a:cubicBezTo>
                    <a:cubicBezTo>
                      <a:pt x="10" y="573"/>
                      <a:pt x="0" y="573"/>
                      <a:pt x="0" y="591"/>
                    </a:cubicBezTo>
                    <a:cubicBezTo>
                      <a:pt x="0" y="601"/>
                      <a:pt x="10" y="601"/>
                      <a:pt x="13" y="601"/>
                    </a:cubicBezTo>
                    <a:cubicBezTo>
                      <a:pt x="38" y="601"/>
                      <a:pt x="101" y="598"/>
                      <a:pt x="126" y="598"/>
                    </a:cubicBezTo>
                    <a:cubicBezTo>
                      <a:pt x="143" y="598"/>
                      <a:pt x="163" y="598"/>
                      <a:pt x="181" y="598"/>
                    </a:cubicBezTo>
                    <a:cubicBezTo>
                      <a:pt x="201" y="598"/>
                      <a:pt x="221" y="601"/>
                      <a:pt x="239" y="601"/>
                    </a:cubicBezTo>
                    <a:cubicBezTo>
                      <a:pt x="244" y="601"/>
                      <a:pt x="256" y="601"/>
                      <a:pt x="256" y="583"/>
                    </a:cubicBezTo>
                    <a:cubicBezTo>
                      <a:pt x="256" y="573"/>
                      <a:pt x="249" y="573"/>
                      <a:pt x="231" y="573"/>
                    </a:cubicBezTo>
                    <a:cubicBezTo>
                      <a:pt x="199" y="573"/>
                      <a:pt x="173" y="573"/>
                      <a:pt x="173" y="558"/>
                    </a:cubicBezTo>
                    <a:cubicBezTo>
                      <a:pt x="173" y="553"/>
                      <a:pt x="176" y="548"/>
                      <a:pt x="176" y="543"/>
                    </a:cubicBezTo>
                    <a:cubicBezTo>
                      <a:pt x="194" y="469"/>
                      <a:pt x="213" y="395"/>
                      <a:pt x="231" y="322"/>
                    </a:cubicBezTo>
                    <a:moveTo>
                      <a:pt x="294" y="61"/>
                    </a:moveTo>
                    <a:cubicBezTo>
                      <a:pt x="304" y="30"/>
                      <a:pt x="304" y="28"/>
                      <a:pt x="342" y="28"/>
                    </a:cubicBezTo>
                    <a:cubicBezTo>
                      <a:pt x="370" y="28"/>
                      <a:pt x="399" y="28"/>
                      <a:pt x="427" y="28"/>
                    </a:cubicBezTo>
                    <a:cubicBezTo>
                      <a:pt x="500" y="28"/>
                      <a:pt x="548" y="51"/>
                      <a:pt x="548" y="111"/>
                    </a:cubicBezTo>
                    <a:cubicBezTo>
                      <a:pt x="548" y="146"/>
                      <a:pt x="530" y="221"/>
                      <a:pt x="495" y="254"/>
                    </a:cubicBezTo>
                    <a:cubicBezTo>
                      <a:pt x="452" y="292"/>
                      <a:pt x="399" y="299"/>
                      <a:pt x="359" y="299"/>
                    </a:cubicBezTo>
                    <a:cubicBezTo>
                      <a:pt x="317" y="299"/>
                      <a:pt x="276" y="299"/>
                      <a:pt x="234" y="299"/>
                    </a:cubicBezTo>
                    <a:cubicBezTo>
                      <a:pt x="254" y="220"/>
                      <a:pt x="274" y="140"/>
                      <a:pt x="294" y="61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7" name="CustomShape 27"/>
              <p:cNvSpPr/>
              <p:nvPr/>
            </p:nvSpPr>
            <p:spPr>
              <a:xfrm>
                <a:off x="5375160" y="2448000"/>
                <a:ext cx="72000" cy="316440"/>
              </a:xfrm>
              <a:custGeom>
                <a:avLst/>
                <a:gdLst/>
                <a:ahLst/>
                <a:rect l="l" t="t" r="r" b="b"/>
                <a:pathLst>
                  <a:path w="204" h="883">
                    <a:moveTo>
                      <a:pt x="203" y="872"/>
                    </a:moveTo>
                    <a:cubicBezTo>
                      <a:pt x="203" y="869"/>
                      <a:pt x="203" y="869"/>
                      <a:pt x="188" y="854"/>
                    </a:cubicBezTo>
                    <a:cubicBezTo>
                      <a:pt x="78" y="741"/>
                      <a:pt x="50" y="575"/>
                      <a:pt x="50" y="440"/>
                    </a:cubicBezTo>
                    <a:cubicBezTo>
                      <a:pt x="50" y="286"/>
                      <a:pt x="85" y="133"/>
                      <a:pt x="193" y="25"/>
                    </a:cubicBezTo>
                    <a:cubicBezTo>
                      <a:pt x="203" y="13"/>
                      <a:pt x="203" y="13"/>
                      <a:pt x="203" y="10"/>
                    </a:cubicBezTo>
                    <a:cubicBezTo>
                      <a:pt x="203" y="3"/>
                      <a:pt x="201" y="0"/>
                      <a:pt x="196" y="0"/>
                    </a:cubicBezTo>
                    <a:cubicBezTo>
                      <a:pt x="186" y="0"/>
                      <a:pt x="108" y="60"/>
                      <a:pt x="55" y="173"/>
                    </a:cubicBezTo>
                    <a:cubicBezTo>
                      <a:pt x="10" y="269"/>
                      <a:pt x="0" y="367"/>
                      <a:pt x="0" y="440"/>
                    </a:cubicBezTo>
                    <a:cubicBezTo>
                      <a:pt x="0" y="510"/>
                      <a:pt x="10" y="615"/>
                      <a:pt x="58" y="716"/>
                    </a:cubicBezTo>
                    <a:cubicBezTo>
                      <a:pt x="110" y="824"/>
                      <a:pt x="186" y="882"/>
                      <a:pt x="196" y="882"/>
                    </a:cubicBezTo>
                    <a:cubicBezTo>
                      <a:pt x="201" y="882"/>
                      <a:pt x="203" y="879"/>
                      <a:pt x="203" y="87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8" name="CustomShape 28"/>
              <p:cNvSpPr/>
              <p:nvPr/>
            </p:nvSpPr>
            <p:spPr>
              <a:xfrm>
                <a:off x="5476320" y="2545560"/>
                <a:ext cx="145440" cy="204120"/>
              </a:xfrm>
              <a:custGeom>
                <a:avLst/>
                <a:gdLst/>
                <a:ahLst/>
                <a:rect l="l" t="t" r="r" b="b"/>
                <a:pathLst>
                  <a:path w="408" h="571">
                    <a:moveTo>
                      <a:pt x="402" y="56"/>
                    </a:moveTo>
                    <a:cubicBezTo>
                      <a:pt x="407" y="43"/>
                      <a:pt x="407" y="40"/>
                      <a:pt x="407" y="35"/>
                    </a:cubicBezTo>
                    <a:cubicBezTo>
                      <a:pt x="407" y="18"/>
                      <a:pt x="394" y="10"/>
                      <a:pt x="382" y="10"/>
                    </a:cubicBezTo>
                    <a:cubicBezTo>
                      <a:pt x="372" y="10"/>
                      <a:pt x="359" y="15"/>
                      <a:pt x="349" y="28"/>
                    </a:cubicBezTo>
                    <a:cubicBezTo>
                      <a:pt x="349" y="33"/>
                      <a:pt x="342" y="61"/>
                      <a:pt x="337" y="76"/>
                    </a:cubicBezTo>
                    <a:cubicBezTo>
                      <a:pt x="332" y="98"/>
                      <a:pt x="327" y="123"/>
                      <a:pt x="319" y="146"/>
                    </a:cubicBezTo>
                    <a:cubicBezTo>
                      <a:pt x="307" y="199"/>
                      <a:pt x="294" y="251"/>
                      <a:pt x="281" y="304"/>
                    </a:cubicBezTo>
                    <a:cubicBezTo>
                      <a:pt x="276" y="319"/>
                      <a:pt x="239" y="380"/>
                      <a:pt x="181" y="380"/>
                    </a:cubicBezTo>
                    <a:cubicBezTo>
                      <a:pt x="136" y="380"/>
                      <a:pt x="126" y="342"/>
                      <a:pt x="126" y="309"/>
                    </a:cubicBezTo>
                    <a:cubicBezTo>
                      <a:pt x="126" y="269"/>
                      <a:pt x="141" y="214"/>
                      <a:pt x="171" y="136"/>
                    </a:cubicBezTo>
                    <a:cubicBezTo>
                      <a:pt x="186" y="101"/>
                      <a:pt x="188" y="91"/>
                      <a:pt x="188" y="73"/>
                    </a:cubicBezTo>
                    <a:cubicBezTo>
                      <a:pt x="188" y="33"/>
                      <a:pt x="161" y="0"/>
                      <a:pt x="116" y="0"/>
                    </a:cubicBezTo>
                    <a:cubicBezTo>
                      <a:pt x="33" y="0"/>
                      <a:pt x="0" y="128"/>
                      <a:pt x="0" y="136"/>
                    </a:cubicBezTo>
                    <a:cubicBezTo>
                      <a:pt x="0" y="146"/>
                      <a:pt x="8" y="146"/>
                      <a:pt x="10" y="146"/>
                    </a:cubicBezTo>
                    <a:cubicBezTo>
                      <a:pt x="20" y="146"/>
                      <a:pt x="20" y="143"/>
                      <a:pt x="25" y="128"/>
                    </a:cubicBezTo>
                    <a:cubicBezTo>
                      <a:pt x="48" y="45"/>
                      <a:pt x="83" y="20"/>
                      <a:pt x="113" y="20"/>
                    </a:cubicBezTo>
                    <a:cubicBezTo>
                      <a:pt x="121" y="20"/>
                      <a:pt x="136" y="20"/>
                      <a:pt x="136" y="48"/>
                    </a:cubicBezTo>
                    <a:cubicBezTo>
                      <a:pt x="136" y="71"/>
                      <a:pt x="126" y="93"/>
                      <a:pt x="121" y="111"/>
                    </a:cubicBezTo>
                    <a:cubicBezTo>
                      <a:pt x="86" y="204"/>
                      <a:pt x="70" y="254"/>
                      <a:pt x="70" y="294"/>
                    </a:cubicBezTo>
                    <a:cubicBezTo>
                      <a:pt x="70" y="372"/>
                      <a:pt x="126" y="400"/>
                      <a:pt x="178" y="400"/>
                    </a:cubicBezTo>
                    <a:cubicBezTo>
                      <a:pt x="211" y="400"/>
                      <a:pt x="241" y="385"/>
                      <a:pt x="266" y="359"/>
                    </a:cubicBezTo>
                    <a:cubicBezTo>
                      <a:pt x="254" y="405"/>
                      <a:pt x="244" y="450"/>
                      <a:pt x="209" y="495"/>
                    </a:cubicBezTo>
                    <a:cubicBezTo>
                      <a:pt x="186" y="525"/>
                      <a:pt x="153" y="550"/>
                      <a:pt x="113" y="550"/>
                    </a:cubicBezTo>
                    <a:cubicBezTo>
                      <a:pt x="101" y="550"/>
                      <a:pt x="60" y="548"/>
                      <a:pt x="45" y="515"/>
                    </a:cubicBezTo>
                    <a:cubicBezTo>
                      <a:pt x="58" y="515"/>
                      <a:pt x="70" y="515"/>
                      <a:pt x="83" y="503"/>
                    </a:cubicBezTo>
                    <a:cubicBezTo>
                      <a:pt x="91" y="495"/>
                      <a:pt x="101" y="485"/>
                      <a:pt x="101" y="467"/>
                    </a:cubicBezTo>
                    <a:cubicBezTo>
                      <a:pt x="101" y="440"/>
                      <a:pt x="75" y="437"/>
                      <a:pt x="68" y="437"/>
                    </a:cubicBezTo>
                    <a:cubicBezTo>
                      <a:pt x="48" y="437"/>
                      <a:pt x="18" y="450"/>
                      <a:pt x="18" y="495"/>
                    </a:cubicBezTo>
                    <a:cubicBezTo>
                      <a:pt x="18" y="538"/>
                      <a:pt x="58" y="570"/>
                      <a:pt x="113" y="570"/>
                    </a:cubicBezTo>
                    <a:cubicBezTo>
                      <a:pt x="204" y="570"/>
                      <a:pt x="294" y="490"/>
                      <a:pt x="319" y="392"/>
                    </a:cubicBezTo>
                    <a:cubicBezTo>
                      <a:pt x="347" y="280"/>
                      <a:pt x="374" y="168"/>
                      <a:pt x="402" y="56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9" name="CustomShape 29"/>
              <p:cNvSpPr/>
              <p:nvPr/>
            </p:nvSpPr>
            <p:spPr>
              <a:xfrm>
                <a:off x="5647320" y="2586240"/>
                <a:ext cx="79200" cy="146520"/>
              </a:xfrm>
              <a:custGeom>
                <a:avLst/>
                <a:gdLst/>
                <a:ahLst/>
                <a:rect l="l" t="t" r="r" b="b"/>
                <a:pathLst>
                  <a:path w="224" h="411">
                    <a:moveTo>
                      <a:pt x="138" y="18"/>
                    </a:moveTo>
                    <a:cubicBezTo>
                      <a:pt x="138" y="0"/>
                      <a:pt x="138" y="0"/>
                      <a:pt x="120" y="0"/>
                    </a:cubicBezTo>
                    <a:cubicBezTo>
                      <a:pt x="80" y="38"/>
                      <a:pt x="25" y="38"/>
                      <a:pt x="0" y="38"/>
                    </a:cubicBezTo>
                    <a:cubicBezTo>
                      <a:pt x="0" y="45"/>
                      <a:pt x="0" y="53"/>
                      <a:pt x="0" y="61"/>
                    </a:cubicBezTo>
                    <a:cubicBezTo>
                      <a:pt x="15" y="61"/>
                      <a:pt x="55" y="61"/>
                      <a:pt x="88" y="43"/>
                    </a:cubicBezTo>
                    <a:cubicBezTo>
                      <a:pt x="88" y="148"/>
                      <a:pt x="88" y="254"/>
                      <a:pt x="88" y="359"/>
                    </a:cubicBezTo>
                    <a:cubicBezTo>
                      <a:pt x="88" y="380"/>
                      <a:pt x="88" y="387"/>
                      <a:pt x="27" y="387"/>
                    </a:cubicBezTo>
                    <a:cubicBezTo>
                      <a:pt x="20" y="387"/>
                      <a:pt x="12" y="387"/>
                      <a:pt x="5" y="387"/>
                    </a:cubicBezTo>
                    <a:cubicBezTo>
                      <a:pt x="5" y="395"/>
                      <a:pt x="5" y="402"/>
                      <a:pt x="5" y="410"/>
                    </a:cubicBezTo>
                    <a:cubicBezTo>
                      <a:pt x="15" y="407"/>
                      <a:pt x="90" y="407"/>
                      <a:pt x="113" y="407"/>
                    </a:cubicBezTo>
                    <a:cubicBezTo>
                      <a:pt x="133" y="407"/>
                      <a:pt x="211" y="407"/>
                      <a:pt x="223" y="410"/>
                    </a:cubicBezTo>
                    <a:cubicBezTo>
                      <a:pt x="223" y="402"/>
                      <a:pt x="223" y="395"/>
                      <a:pt x="223" y="387"/>
                    </a:cubicBezTo>
                    <a:cubicBezTo>
                      <a:pt x="216" y="387"/>
                      <a:pt x="208" y="387"/>
                      <a:pt x="201" y="387"/>
                    </a:cubicBezTo>
                    <a:cubicBezTo>
                      <a:pt x="138" y="387"/>
                      <a:pt x="138" y="380"/>
                      <a:pt x="138" y="359"/>
                    </a:cubicBezTo>
                    <a:cubicBezTo>
                      <a:pt x="138" y="246"/>
                      <a:pt x="138" y="132"/>
                      <a:pt x="138" y="18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0" name="CustomShape 30"/>
              <p:cNvSpPr/>
              <p:nvPr/>
            </p:nvSpPr>
            <p:spPr>
              <a:xfrm>
                <a:off x="5891400" y="2448000"/>
                <a:ext cx="11520" cy="316440"/>
              </a:xfrm>
              <a:custGeom>
                <a:avLst/>
                <a:gdLst/>
                <a:ahLst/>
                <a:rect l="l" t="t" r="r" b="b"/>
                <a:pathLst>
                  <a:path w="36" h="883">
                    <a:moveTo>
                      <a:pt x="35" y="33"/>
                    </a:moveTo>
                    <a:cubicBezTo>
                      <a:pt x="35" y="18"/>
                      <a:pt x="35" y="0"/>
                      <a:pt x="17" y="0"/>
                    </a:cubicBezTo>
                    <a:cubicBezTo>
                      <a:pt x="0" y="0"/>
                      <a:pt x="0" y="18"/>
                      <a:pt x="0" y="33"/>
                    </a:cubicBezTo>
                    <a:cubicBezTo>
                      <a:pt x="0" y="305"/>
                      <a:pt x="0" y="577"/>
                      <a:pt x="0" y="849"/>
                    </a:cubicBezTo>
                    <a:cubicBezTo>
                      <a:pt x="0" y="864"/>
                      <a:pt x="0" y="882"/>
                      <a:pt x="17" y="882"/>
                    </a:cubicBezTo>
                    <a:cubicBezTo>
                      <a:pt x="35" y="882"/>
                      <a:pt x="35" y="864"/>
                      <a:pt x="35" y="849"/>
                    </a:cubicBezTo>
                    <a:cubicBezTo>
                      <a:pt x="35" y="577"/>
                      <a:pt x="35" y="305"/>
                      <a:pt x="35" y="3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1" name="CustomShape 31"/>
              <p:cNvSpPr/>
              <p:nvPr/>
            </p:nvSpPr>
            <p:spPr>
              <a:xfrm>
                <a:off x="6043320" y="2545560"/>
                <a:ext cx="176760" cy="142920"/>
              </a:xfrm>
              <a:custGeom>
                <a:avLst/>
                <a:gdLst/>
                <a:ahLst/>
                <a:rect l="l" t="t" r="r" b="b"/>
                <a:pathLst>
                  <a:path w="495" h="401">
                    <a:moveTo>
                      <a:pt x="384" y="181"/>
                    </a:moveTo>
                    <a:cubicBezTo>
                      <a:pt x="384" y="43"/>
                      <a:pt x="301" y="0"/>
                      <a:pt x="236" y="0"/>
                    </a:cubicBezTo>
                    <a:cubicBezTo>
                      <a:pt x="115" y="0"/>
                      <a:pt x="0" y="126"/>
                      <a:pt x="0" y="251"/>
                    </a:cubicBezTo>
                    <a:cubicBezTo>
                      <a:pt x="0" y="332"/>
                      <a:pt x="52" y="400"/>
                      <a:pt x="143" y="400"/>
                    </a:cubicBezTo>
                    <a:cubicBezTo>
                      <a:pt x="198" y="400"/>
                      <a:pt x="261" y="380"/>
                      <a:pt x="329" y="327"/>
                    </a:cubicBezTo>
                    <a:cubicBezTo>
                      <a:pt x="341" y="372"/>
                      <a:pt x="369" y="400"/>
                      <a:pt x="409" y="400"/>
                    </a:cubicBezTo>
                    <a:cubicBezTo>
                      <a:pt x="457" y="400"/>
                      <a:pt x="482" y="352"/>
                      <a:pt x="482" y="337"/>
                    </a:cubicBezTo>
                    <a:cubicBezTo>
                      <a:pt x="482" y="332"/>
                      <a:pt x="477" y="329"/>
                      <a:pt x="472" y="329"/>
                    </a:cubicBezTo>
                    <a:cubicBezTo>
                      <a:pt x="467" y="329"/>
                      <a:pt x="464" y="332"/>
                      <a:pt x="462" y="337"/>
                    </a:cubicBezTo>
                    <a:cubicBezTo>
                      <a:pt x="444" y="380"/>
                      <a:pt x="414" y="380"/>
                      <a:pt x="411" y="380"/>
                    </a:cubicBezTo>
                    <a:cubicBezTo>
                      <a:pt x="384" y="380"/>
                      <a:pt x="384" y="312"/>
                      <a:pt x="384" y="292"/>
                    </a:cubicBezTo>
                    <a:cubicBezTo>
                      <a:pt x="384" y="272"/>
                      <a:pt x="384" y="269"/>
                      <a:pt x="394" y="259"/>
                    </a:cubicBezTo>
                    <a:cubicBezTo>
                      <a:pt x="477" y="156"/>
                      <a:pt x="461" y="122"/>
                      <a:pt x="494" y="53"/>
                    </a:cubicBezTo>
                    <a:cubicBezTo>
                      <a:pt x="494" y="50"/>
                      <a:pt x="494" y="43"/>
                      <a:pt x="484" y="43"/>
                    </a:cubicBezTo>
                    <a:cubicBezTo>
                      <a:pt x="474" y="43"/>
                      <a:pt x="474" y="45"/>
                      <a:pt x="472" y="63"/>
                    </a:cubicBezTo>
                    <a:cubicBezTo>
                      <a:pt x="454" y="118"/>
                      <a:pt x="427" y="184"/>
                      <a:pt x="384" y="236"/>
                    </a:cubicBezTo>
                    <a:cubicBezTo>
                      <a:pt x="384" y="218"/>
                      <a:pt x="384" y="200"/>
                      <a:pt x="384" y="181"/>
                    </a:cubicBezTo>
                    <a:moveTo>
                      <a:pt x="326" y="302"/>
                    </a:moveTo>
                    <a:cubicBezTo>
                      <a:pt x="248" y="369"/>
                      <a:pt x="180" y="380"/>
                      <a:pt x="145" y="380"/>
                    </a:cubicBezTo>
                    <a:cubicBezTo>
                      <a:pt x="90" y="380"/>
                      <a:pt x="65" y="342"/>
                      <a:pt x="65" y="284"/>
                    </a:cubicBezTo>
                    <a:cubicBezTo>
                      <a:pt x="65" y="241"/>
                      <a:pt x="88" y="146"/>
                      <a:pt x="115" y="101"/>
                    </a:cubicBezTo>
                    <a:cubicBezTo>
                      <a:pt x="158" y="38"/>
                      <a:pt x="206" y="20"/>
                      <a:pt x="236" y="20"/>
                    </a:cubicBezTo>
                    <a:cubicBezTo>
                      <a:pt x="324" y="20"/>
                      <a:pt x="324" y="136"/>
                      <a:pt x="324" y="204"/>
                    </a:cubicBezTo>
                    <a:cubicBezTo>
                      <a:pt x="324" y="236"/>
                      <a:pt x="324" y="287"/>
                      <a:pt x="326" y="30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2" name="CustomShape 32"/>
              <p:cNvSpPr/>
              <p:nvPr/>
            </p:nvSpPr>
            <p:spPr>
              <a:xfrm>
                <a:off x="6261840" y="2652480"/>
                <a:ext cx="36000" cy="93600"/>
              </a:xfrm>
              <a:custGeom>
                <a:avLst/>
                <a:gdLst/>
                <a:ahLst/>
                <a:rect l="l" t="t" r="r" b="b"/>
                <a:pathLst>
                  <a:path w="104" h="264">
                    <a:moveTo>
                      <a:pt x="103" y="93"/>
                    </a:moveTo>
                    <a:cubicBezTo>
                      <a:pt x="103" y="35"/>
                      <a:pt x="81" y="0"/>
                      <a:pt x="46" y="0"/>
                    </a:cubicBezTo>
                    <a:cubicBezTo>
                      <a:pt x="18" y="0"/>
                      <a:pt x="0" y="22"/>
                      <a:pt x="0" y="47"/>
                    </a:cubicBezTo>
                    <a:cubicBezTo>
                      <a:pt x="0" y="70"/>
                      <a:pt x="18" y="93"/>
                      <a:pt x="46" y="93"/>
                    </a:cubicBezTo>
                    <a:cubicBezTo>
                      <a:pt x="58" y="93"/>
                      <a:pt x="68" y="90"/>
                      <a:pt x="78" y="83"/>
                    </a:cubicBezTo>
                    <a:cubicBezTo>
                      <a:pt x="81" y="80"/>
                      <a:pt x="81" y="80"/>
                      <a:pt x="83" y="80"/>
                    </a:cubicBezTo>
                    <a:cubicBezTo>
                      <a:pt x="83" y="84"/>
                      <a:pt x="83" y="80"/>
                      <a:pt x="83" y="93"/>
                    </a:cubicBezTo>
                    <a:cubicBezTo>
                      <a:pt x="83" y="158"/>
                      <a:pt x="53" y="210"/>
                      <a:pt x="23" y="238"/>
                    </a:cubicBezTo>
                    <a:cubicBezTo>
                      <a:pt x="13" y="248"/>
                      <a:pt x="13" y="251"/>
                      <a:pt x="13" y="253"/>
                    </a:cubicBezTo>
                    <a:cubicBezTo>
                      <a:pt x="13" y="258"/>
                      <a:pt x="18" y="263"/>
                      <a:pt x="23" y="263"/>
                    </a:cubicBezTo>
                    <a:cubicBezTo>
                      <a:pt x="33" y="263"/>
                      <a:pt x="103" y="196"/>
                      <a:pt x="103" y="9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3" name="CustomShape 33"/>
              <p:cNvSpPr/>
              <p:nvPr/>
            </p:nvSpPr>
            <p:spPr>
              <a:xfrm>
                <a:off x="6384960" y="2462400"/>
                <a:ext cx="172440" cy="283680"/>
              </a:xfrm>
              <a:custGeom>
                <a:avLst/>
                <a:gdLst/>
                <a:ahLst/>
                <a:rect l="l" t="t" r="r" b="b"/>
                <a:pathLst>
                  <a:path w="483" h="792">
                    <a:moveTo>
                      <a:pt x="482" y="121"/>
                    </a:moveTo>
                    <a:cubicBezTo>
                      <a:pt x="482" y="53"/>
                      <a:pt x="434" y="0"/>
                      <a:pt x="361" y="0"/>
                    </a:cubicBezTo>
                    <a:cubicBezTo>
                      <a:pt x="311" y="0"/>
                      <a:pt x="286" y="13"/>
                      <a:pt x="256" y="35"/>
                    </a:cubicBezTo>
                    <a:cubicBezTo>
                      <a:pt x="206" y="71"/>
                      <a:pt x="158" y="156"/>
                      <a:pt x="140" y="224"/>
                    </a:cubicBezTo>
                    <a:cubicBezTo>
                      <a:pt x="94" y="410"/>
                      <a:pt x="47" y="597"/>
                      <a:pt x="0" y="784"/>
                    </a:cubicBezTo>
                    <a:cubicBezTo>
                      <a:pt x="0" y="786"/>
                      <a:pt x="6" y="791"/>
                      <a:pt x="12" y="791"/>
                    </a:cubicBezTo>
                    <a:cubicBezTo>
                      <a:pt x="19" y="791"/>
                      <a:pt x="20" y="789"/>
                      <a:pt x="22" y="786"/>
                    </a:cubicBezTo>
                    <a:cubicBezTo>
                      <a:pt x="43" y="706"/>
                      <a:pt x="63" y="626"/>
                      <a:pt x="83" y="545"/>
                    </a:cubicBezTo>
                    <a:cubicBezTo>
                      <a:pt x="100" y="598"/>
                      <a:pt x="139" y="631"/>
                      <a:pt x="203" y="631"/>
                    </a:cubicBezTo>
                    <a:cubicBezTo>
                      <a:pt x="267" y="631"/>
                      <a:pt x="334" y="598"/>
                      <a:pt x="374" y="560"/>
                    </a:cubicBezTo>
                    <a:cubicBezTo>
                      <a:pt x="417" y="520"/>
                      <a:pt x="444" y="462"/>
                      <a:pt x="444" y="397"/>
                    </a:cubicBezTo>
                    <a:cubicBezTo>
                      <a:pt x="444" y="334"/>
                      <a:pt x="412" y="289"/>
                      <a:pt x="379" y="266"/>
                    </a:cubicBezTo>
                    <a:cubicBezTo>
                      <a:pt x="432" y="239"/>
                      <a:pt x="482" y="184"/>
                      <a:pt x="482" y="121"/>
                    </a:cubicBezTo>
                    <a:moveTo>
                      <a:pt x="324" y="266"/>
                    </a:moveTo>
                    <a:cubicBezTo>
                      <a:pt x="311" y="271"/>
                      <a:pt x="301" y="271"/>
                      <a:pt x="281" y="271"/>
                    </a:cubicBezTo>
                    <a:cubicBezTo>
                      <a:pt x="269" y="271"/>
                      <a:pt x="251" y="274"/>
                      <a:pt x="241" y="269"/>
                    </a:cubicBezTo>
                    <a:cubicBezTo>
                      <a:pt x="243" y="259"/>
                      <a:pt x="276" y="261"/>
                      <a:pt x="284" y="261"/>
                    </a:cubicBezTo>
                    <a:cubicBezTo>
                      <a:pt x="304" y="261"/>
                      <a:pt x="311" y="261"/>
                      <a:pt x="324" y="266"/>
                    </a:cubicBezTo>
                    <a:moveTo>
                      <a:pt x="432" y="101"/>
                    </a:moveTo>
                    <a:cubicBezTo>
                      <a:pt x="432" y="161"/>
                      <a:pt x="399" y="224"/>
                      <a:pt x="354" y="251"/>
                    </a:cubicBezTo>
                    <a:cubicBezTo>
                      <a:pt x="329" y="244"/>
                      <a:pt x="311" y="241"/>
                      <a:pt x="284" y="241"/>
                    </a:cubicBezTo>
                    <a:cubicBezTo>
                      <a:pt x="266" y="241"/>
                      <a:pt x="216" y="241"/>
                      <a:pt x="216" y="269"/>
                    </a:cubicBezTo>
                    <a:cubicBezTo>
                      <a:pt x="216" y="294"/>
                      <a:pt x="261" y="292"/>
                      <a:pt x="279" y="292"/>
                    </a:cubicBezTo>
                    <a:cubicBezTo>
                      <a:pt x="311" y="292"/>
                      <a:pt x="324" y="292"/>
                      <a:pt x="349" y="279"/>
                    </a:cubicBezTo>
                    <a:cubicBezTo>
                      <a:pt x="384" y="312"/>
                      <a:pt x="389" y="339"/>
                      <a:pt x="389" y="379"/>
                    </a:cubicBezTo>
                    <a:cubicBezTo>
                      <a:pt x="392" y="430"/>
                      <a:pt x="369" y="497"/>
                      <a:pt x="344" y="530"/>
                    </a:cubicBezTo>
                    <a:cubicBezTo>
                      <a:pt x="311" y="578"/>
                      <a:pt x="251" y="611"/>
                      <a:pt x="201" y="611"/>
                    </a:cubicBezTo>
                    <a:cubicBezTo>
                      <a:pt x="133" y="611"/>
                      <a:pt x="100" y="560"/>
                      <a:pt x="100" y="497"/>
                    </a:cubicBezTo>
                    <a:cubicBezTo>
                      <a:pt x="100" y="487"/>
                      <a:pt x="100" y="475"/>
                      <a:pt x="105" y="457"/>
                    </a:cubicBezTo>
                    <a:cubicBezTo>
                      <a:pt x="124" y="384"/>
                      <a:pt x="142" y="310"/>
                      <a:pt x="161" y="236"/>
                    </a:cubicBezTo>
                    <a:cubicBezTo>
                      <a:pt x="181" y="158"/>
                      <a:pt x="243" y="20"/>
                      <a:pt x="349" y="20"/>
                    </a:cubicBezTo>
                    <a:cubicBezTo>
                      <a:pt x="402" y="20"/>
                      <a:pt x="432" y="48"/>
                      <a:pt x="432" y="101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4" name="CustomShape 34"/>
              <p:cNvSpPr/>
              <p:nvPr/>
            </p:nvSpPr>
            <p:spPr>
              <a:xfrm>
                <a:off x="6590160" y="2448000"/>
                <a:ext cx="73080" cy="316440"/>
              </a:xfrm>
              <a:custGeom>
                <a:avLst/>
                <a:gdLst/>
                <a:ahLst/>
                <a:rect l="l" t="t" r="r" b="b"/>
                <a:pathLst>
                  <a:path w="207" h="883">
                    <a:moveTo>
                      <a:pt x="206" y="440"/>
                    </a:moveTo>
                    <a:cubicBezTo>
                      <a:pt x="206" y="372"/>
                      <a:pt x="196" y="266"/>
                      <a:pt x="146" y="166"/>
                    </a:cubicBezTo>
                    <a:cubicBezTo>
                      <a:pt x="93" y="58"/>
                      <a:pt x="17" y="0"/>
                      <a:pt x="10" y="0"/>
                    </a:cubicBezTo>
                    <a:cubicBezTo>
                      <a:pt x="5" y="0"/>
                      <a:pt x="0" y="5"/>
                      <a:pt x="0" y="10"/>
                    </a:cubicBezTo>
                    <a:cubicBezTo>
                      <a:pt x="0" y="13"/>
                      <a:pt x="0" y="13"/>
                      <a:pt x="17" y="30"/>
                    </a:cubicBezTo>
                    <a:cubicBezTo>
                      <a:pt x="103" y="116"/>
                      <a:pt x="153" y="256"/>
                      <a:pt x="153" y="440"/>
                    </a:cubicBezTo>
                    <a:cubicBezTo>
                      <a:pt x="153" y="590"/>
                      <a:pt x="120" y="746"/>
                      <a:pt x="12" y="856"/>
                    </a:cubicBezTo>
                    <a:cubicBezTo>
                      <a:pt x="0" y="869"/>
                      <a:pt x="0" y="869"/>
                      <a:pt x="0" y="872"/>
                    </a:cubicBezTo>
                    <a:cubicBezTo>
                      <a:pt x="0" y="877"/>
                      <a:pt x="5" y="882"/>
                      <a:pt x="10" y="882"/>
                    </a:cubicBezTo>
                    <a:cubicBezTo>
                      <a:pt x="17" y="882"/>
                      <a:pt x="98" y="821"/>
                      <a:pt x="151" y="708"/>
                    </a:cubicBezTo>
                    <a:cubicBezTo>
                      <a:pt x="193" y="613"/>
                      <a:pt x="206" y="515"/>
                      <a:pt x="206" y="44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5" name="CustomShape 35"/>
              <p:cNvSpPr/>
              <p:nvPr/>
            </p:nvSpPr>
            <p:spPr>
              <a:xfrm>
                <a:off x="6708600" y="2469600"/>
                <a:ext cx="225720" cy="215280"/>
              </a:xfrm>
              <a:custGeom>
                <a:avLst/>
                <a:gdLst/>
                <a:ahLst/>
                <a:rect l="l" t="t" r="r" b="b"/>
                <a:pathLst>
                  <a:path w="631" h="602">
                    <a:moveTo>
                      <a:pt x="231" y="322"/>
                    </a:moveTo>
                    <a:cubicBezTo>
                      <a:pt x="281" y="322"/>
                      <a:pt x="331" y="322"/>
                      <a:pt x="382" y="322"/>
                    </a:cubicBezTo>
                    <a:cubicBezTo>
                      <a:pt x="507" y="322"/>
                      <a:pt x="630" y="231"/>
                      <a:pt x="630" y="133"/>
                    </a:cubicBezTo>
                    <a:cubicBezTo>
                      <a:pt x="630" y="66"/>
                      <a:pt x="572" y="0"/>
                      <a:pt x="457" y="0"/>
                    </a:cubicBezTo>
                    <a:cubicBezTo>
                      <a:pt x="361" y="0"/>
                      <a:pt x="266" y="0"/>
                      <a:pt x="171" y="0"/>
                    </a:cubicBezTo>
                    <a:cubicBezTo>
                      <a:pt x="153" y="0"/>
                      <a:pt x="143" y="0"/>
                      <a:pt x="143" y="15"/>
                    </a:cubicBezTo>
                    <a:cubicBezTo>
                      <a:pt x="143" y="28"/>
                      <a:pt x="151" y="28"/>
                      <a:pt x="168" y="28"/>
                    </a:cubicBezTo>
                    <a:cubicBezTo>
                      <a:pt x="181" y="28"/>
                      <a:pt x="196" y="28"/>
                      <a:pt x="206" y="28"/>
                    </a:cubicBezTo>
                    <a:cubicBezTo>
                      <a:pt x="221" y="30"/>
                      <a:pt x="226" y="33"/>
                      <a:pt x="226" y="43"/>
                    </a:cubicBezTo>
                    <a:cubicBezTo>
                      <a:pt x="226" y="45"/>
                      <a:pt x="226" y="48"/>
                      <a:pt x="223" y="61"/>
                    </a:cubicBezTo>
                    <a:cubicBezTo>
                      <a:pt x="184" y="218"/>
                      <a:pt x="145" y="375"/>
                      <a:pt x="105" y="533"/>
                    </a:cubicBezTo>
                    <a:cubicBezTo>
                      <a:pt x="95" y="565"/>
                      <a:pt x="93" y="573"/>
                      <a:pt x="25" y="573"/>
                    </a:cubicBezTo>
                    <a:cubicBezTo>
                      <a:pt x="10" y="573"/>
                      <a:pt x="0" y="573"/>
                      <a:pt x="0" y="591"/>
                    </a:cubicBezTo>
                    <a:cubicBezTo>
                      <a:pt x="0" y="601"/>
                      <a:pt x="10" y="601"/>
                      <a:pt x="12" y="601"/>
                    </a:cubicBezTo>
                    <a:cubicBezTo>
                      <a:pt x="38" y="601"/>
                      <a:pt x="100" y="598"/>
                      <a:pt x="125" y="598"/>
                    </a:cubicBezTo>
                    <a:cubicBezTo>
                      <a:pt x="143" y="598"/>
                      <a:pt x="163" y="598"/>
                      <a:pt x="181" y="598"/>
                    </a:cubicBezTo>
                    <a:cubicBezTo>
                      <a:pt x="201" y="598"/>
                      <a:pt x="221" y="601"/>
                      <a:pt x="238" y="601"/>
                    </a:cubicBezTo>
                    <a:cubicBezTo>
                      <a:pt x="246" y="601"/>
                      <a:pt x="256" y="601"/>
                      <a:pt x="256" y="583"/>
                    </a:cubicBezTo>
                    <a:cubicBezTo>
                      <a:pt x="256" y="573"/>
                      <a:pt x="248" y="573"/>
                      <a:pt x="231" y="573"/>
                    </a:cubicBezTo>
                    <a:cubicBezTo>
                      <a:pt x="198" y="573"/>
                      <a:pt x="173" y="573"/>
                      <a:pt x="173" y="558"/>
                    </a:cubicBezTo>
                    <a:cubicBezTo>
                      <a:pt x="173" y="553"/>
                      <a:pt x="176" y="548"/>
                      <a:pt x="176" y="543"/>
                    </a:cubicBezTo>
                    <a:cubicBezTo>
                      <a:pt x="194" y="469"/>
                      <a:pt x="212" y="395"/>
                      <a:pt x="231" y="322"/>
                    </a:cubicBezTo>
                    <a:moveTo>
                      <a:pt x="296" y="61"/>
                    </a:moveTo>
                    <a:cubicBezTo>
                      <a:pt x="304" y="30"/>
                      <a:pt x="304" y="28"/>
                      <a:pt x="344" y="28"/>
                    </a:cubicBezTo>
                    <a:cubicBezTo>
                      <a:pt x="371" y="28"/>
                      <a:pt x="399" y="28"/>
                      <a:pt x="427" y="28"/>
                    </a:cubicBezTo>
                    <a:cubicBezTo>
                      <a:pt x="500" y="28"/>
                      <a:pt x="547" y="51"/>
                      <a:pt x="547" y="111"/>
                    </a:cubicBezTo>
                    <a:cubicBezTo>
                      <a:pt x="547" y="146"/>
                      <a:pt x="530" y="221"/>
                      <a:pt x="495" y="254"/>
                    </a:cubicBezTo>
                    <a:cubicBezTo>
                      <a:pt x="452" y="292"/>
                      <a:pt x="399" y="299"/>
                      <a:pt x="359" y="299"/>
                    </a:cubicBezTo>
                    <a:cubicBezTo>
                      <a:pt x="318" y="299"/>
                      <a:pt x="277" y="299"/>
                      <a:pt x="236" y="299"/>
                    </a:cubicBezTo>
                    <a:cubicBezTo>
                      <a:pt x="256" y="220"/>
                      <a:pt x="276" y="140"/>
                      <a:pt x="296" y="61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6" name="CustomShape 36"/>
              <p:cNvSpPr/>
              <p:nvPr/>
            </p:nvSpPr>
            <p:spPr>
              <a:xfrm>
                <a:off x="6975360" y="2448000"/>
                <a:ext cx="73080" cy="316440"/>
              </a:xfrm>
              <a:custGeom>
                <a:avLst/>
                <a:gdLst/>
                <a:ahLst/>
                <a:rect l="l" t="t" r="r" b="b"/>
                <a:pathLst>
                  <a:path w="207" h="883">
                    <a:moveTo>
                      <a:pt x="206" y="872"/>
                    </a:moveTo>
                    <a:cubicBezTo>
                      <a:pt x="206" y="869"/>
                      <a:pt x="206" y="869"/>
                      <a:pt x="190" y="854"/>
                    </a:cubicBezTo>
                    <a:cubicBezTo>
                      <a:pt x="80" y="741"/>
                      <a:pt x="50" y="575"/>
                      <a:pt x="50" y="440"/>
                    </a:cubicBezTo>
                    <a:cubicBezTo>
                      <a:pt x="50" y="286"/>
                      <a:pt x="85" y="133"/>
                      <a:pt x="193" y="25"/>
                    </a:cubicBezTo>
                    <a:cubicBezTo>
                      <a:pt x="206" y="13"/>
                      <a:pt x="206" y="13"/>
                      <a:pt x="206" y="10"/>
                    </a:cubicBezTo>
                    <a:cubicBezTo>
                      <a:pt x="206" y="3"/>
                      <a:pt x="201" y="0"/>
                      <a:pt x="196" y="0"/>
                    </a:cubicBezTo>
                    <a:cubicBezTo>
                      <a:pt x="185" y="0"/>
                      <a:pt x="108" y="60"/>
                      <a:pt x="55" y="173"/>
                    </a:cubicBezTo>
                    <a:cubicBezTo>
                      <a:pt x="10" y="269"/>
                      <a:pt x="0" y="367"/>
                      <a:pt x="0" y="440"/>
                    </a:cubicBezTo>
                    <a:cubicBezTo>
                      <a:pt x="0" y="510"/>
                      <a:pt x="10" y="615"/>
                      <a:pt x="57" y="716"/>
                    </a:cubicBezTo>
                    <a:cubicBezTo>
                      <a:pt x="110" y="824"/>
                      <a:pt x="185" y="882"/>
                      <a:pt x="196" y="882"/>
                    </a:cubicBezTo>
                    <a:cubicBezTo>
                      <a:pt x="201" y="882"/>
                      <a:pt x="206" y="879"/>
                      <a:pt x="206" y="87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7" name="CustomShape 37"/>
              <p:cNvSpPr/>
              <p:nvPr/>
            </p:nvSpPr>
            <p:spPr>
              <a:xfrm>
                <a:off x="7076520" y="2545560"/>
                <a:ext cx="145440" cy="204120"/>
              </a:xfrm>
              <a:custGeom>
                <a:avLst/>
                <a:gdLst/>
                <a:ahLst/>
                <a:rect l="l" t="t" r="r" b="b"/>
                <a:pathLst>
                  <a:path w="408" h="571">
                    <a:moveTo>
                      <a:pt x="404" y="56"/>
                    </a:moveTo>
                    <a:cubicBezTo>
                      <a:pt x="407" y="43"/>
                      <a:pt x="407" y="40"/>
                      <a:pt x="407" y="35"/>
                    </a:cubicBezTo>
                    <a:cubicBezTo>
                      <a:pt x="407" y="18"/>
                      <a:pt x="394" y="10"/>
                      <a:pt x="382" y="10"/>
                    </a:cubicBezTo>
                    <a:cubicBezTo>
                      <a:pt x="372" y="10"/>
                      <a:pt x="359" y="15"/>
                      <a:pt x="351" y="28"/>
                    </a:cubicBezTo>
                    <a:cubicBezTo>
                      <a:pt x="349" y="33"/>
                      <a:pt x="341" y="61"/>
                      <a:pt x="339" y="76"/>
                    </a:cubicBezTo>
                    <a:cubicBezTo>
                      <a:pt x="331" y="98"/>
                      <a:pt x="326" y="123"/>
                      <a:pt x="321" y="146"/>
                    </a:cubicBezTo>
                    <a:cubicBezTo>
                      <a:pt x="308" y="199"/>
                      <a:pt x="295" y="251"/>
                      <a:pt x="281" y="304"/>
                    </a:cubicBezTo>
                    <a:cubicBezTo>
                      <a:pt x="276" y="319"/>
                      <a:pt x="238" y="380"/>
                      <a:pt x="181" y="380"/>
                    </a:cubicBezTo>
                    <a:cubicBezTo>
                      <a:pt x="135" y="380"/>
                      <a:pt x="125" y="342"/>
                      <a:pt x="125" y="309"/>
                    </a:cubicBezTo>
                    <a:cubicBezTo>
                      <a:pt x="125" y="269"/>
                      <a:pt x="141" y="214"/>
                      <a:pt x="171" y="136"/>
                    </a:cubicBezTo>
                    <a:cubicBezTo>
                      <a:pt x="186" y="101"/>
                      <a:pt x="188" y="91"/>
                      <a:pt x="188" y="73"/>
                    </a:cubicBezTo>
                    <a:cubicBezTo>
                      <a:pt x="188" y="33"/>
                      <a:pt x="161" y="0"/>
                      <a:pt x="115" y="0"/>
                    </a:cubicBezTo>
                    <a:cubicBezTo>
                      <a:pt x="33" y="0"/>
                      <a:pt x="0" y="128"/>
                      <a:pt x="0" y="136"/>
                    </a:cubicBezTo>
                    <a:cubicBezTo>
                      <a:pt x="0" y="146"/>
                      <a:pt x="7" y="143"/>
                      <a:pt x="10" y="146"/>
                    </a:cubicBezTo>
                    <a:cubicBezTo>
                      <a:pt x="20" y="146"/>
                      <a:pt x="20" y="143"/>
                      <a:pt x="25" y="128"/>
                    </a:cubicBezTo>
                    <a:cubicBezTo>
                      <a:pt x="48" y="45"/>
                      <a:pt x="83" y="20"/>
                      <a:pt x="113" y="20"/>
                    </a:cubicBezTo>
                    <a:cubicBezTo>
                      <a:pt x="120" y="20"/>
                      <a:pt x="135" y="20"/>
                      <a:pt x="135" y="48"/>
                    </a:cubicBezTo>
                    <a:cubicBezTo>
                      <a:pt x="135" y="71"/>
                      <a:pt x="128" y="93"/>
                      <a:pt x="120" y="111"/>
                    </a:cubicBezTo>
                    <a:cubicBezTo>
                      <a:pt x="85" y="204"/>
                      <a:pt x="70" y="254"/>
                      <a:pt x="70" y="294"/>
                    </a:cubicBezTo>
                    <a:cubicBezTo>
                      <a:pt x="70" y="372"/>
                      <a:pt x="125" y="400"/>
                      <a:pt x="178" y="400"/>
                    </a:cubicBezTo>
                    <a:cubicBezTo>
                      <a:pt x="211" y="400"/>
                      <a:pt x="241" y="385"/>
                      <a:pt x="266" y="359"/>
                    </a:cubicBezTo>
                    <a:cubicBezTo>
                      <a:pt x="256" y="405"/>
                      <a:pt x="243" y="450"/>
                      <a:pt x="208" y="495"/>
                    </a:cubicBezTo>
                    <a:cubicBezTo>
                      <a:pt x="186" y="525"/>
                      <a:pt x="153" y="550"/>
                      <a:pt x="113" y="550"/>
                    </a:cubicBezTo>
                    <a:cubicBezTo>
                      <a:pt x="100" y="550"/>
                      <a:pt x="60" y="548"/>
                      <a:pt x="45" y="515"/>
                    </a:cubicBezTo>
                    <a:cubicBezTo>
                      <a:pt x="60" y="515"/>
                      <a:pt x="70" y="515"/>
                      <a:pt x="83" y="503"/>
                    </a:cubicBezTo>
                    <a:cubicBezTo>
                      <a:pt x="93" y="495"/>
                      <a:pt x="100" y="485"/>
                      <a:pt x="100" y="467"/>
                    </a:cubicBezTo>
                    <a:cubicBezTo>
                      <a:pt x="100" y="440"/>
                      <a:pt x="78" y="437"/>
                      <a:pt x="68" y="437"/>
                    </a:cubicBezTo>
                    <a:cubicBezTo>
                      <a:pt x="48" y="437"/>
                      <a:pt x="17" y="450"/>
                      <a:pt x="17" y="495"/>
                    </a:cubicBezTo>
                    <a:cubicBezTo>
                      <a:pt x="17" y="538"/>
                      <a:pt x="58" y="570"/>
                      <a:pt x="113" y="570"/>
                    </a:cubicBezTo>
                    <a:cubicBezTo>
                      <a:pt x="203" y="570"/>
                      <a:pt x="294" y="490"/>
                      <a:pt x="319" y="392"/>
                    </a:cubicBezTo>
                    <a:cubicBezTo>
                      <a:pt x="347" y="280"/>
                      <a:pt x="376" y="168"/>
                      <a:pt x="404" y="56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8" name="CustomShape 38"/>
              <p:cNvSpPr/>
              <p:nvPr/>
            </p:nvSpPr>
            <p:spPr>
              <a:xfrm>
                <a:off x="7237440" y="2586240"/>
                <a:ext cx="96480" cy="146520"/>
              </a:xfrm>
              <a:custGeom>
                <a:avLst/>
                <a:gdLst/>
                <a:ahLst/>
                <a:rect l="l" t="t" r="r" b="b"/>
                <a:pathLst>
                  <a:path w="272" h="411">
                    <a:moveTo>
                      <a:pt x="271" y="297"/>
                    </a:moveTo>
                    <a:cubicBezTo>
                      <a:pt x="264" y="297"/>
                      <a:pt x="258" y="297"/>
                      <a:pt x="251" y="297"/>
                    </a:cubicBezTo>
                    <a:cubicBezTo>
                      <a:pt x="248" y="309"/>
                      <a:pt x="243" y="347"/>
                      <a:pt x="236" y="352"/>
                    </a:cubicBezTo>
                    <a:cubicBezTo>
                      <a:pt x="231" y="357"/>
                      <a:pt x="183" y="357"/>
                      <a:pt x="173" y="357"/>
                    </a:cubicBezTo>
                    <a:cubicBezTo>
                      <a:pt x="135" y="357"/>
                      <a:pt x="98" y="357"/>
                      <a:pt x="60" y="357"/>
                    </a:cubicBezTo>
                    <a:cubicBezTo>
                      <a:pt x="125" y="299"/>
                      <a:pt x="146" y="282"/>
                      <a:pt x="183" y="254"/>
                    </a:cubicBezTo>
                    <a:cubicBezTo>
                      <a:pt x="228" y="216"/>
                      <a:pt x="271" y="179"/>
                      <a:pt x="271" y="121"/>
                    </a:cubicBezTo>
                    <a:cubicBezTo>
                      <a:pt x="271" y="45"/>
                      <a:pt x="206" y="0"/>
                      <a:pt x="128" y="0"/>
                    </a:cubicBezTo>
                    <a:cubicBezTo>
                      <a:pt x="50" y="0"/>
                      <a:pt x="0" y="53"/>
                      <a:pt x="0" y="111"/>
                    </a:cubicBezTo>
                    <a:cubicBezTo>
                      <a:pt x="0" y="141"/>
                      <a:pt x="25" y="143"/>
                      <a:pt x="33" y="143"/>
                    </a:cubicBezTo>
                    <a:cubicBezTo>
                      <a:pt x="48" y="143"/>
                      <a:pt x="65" y="133"/>
                      <a:pt x="65" y="111"/>
                    </a:cubicBezTo>
                    <a:cubicBezTo>
                      <a:pt x="65" y="101"/>
                      <a:pt x="60" y="78"/>
                      <a:pt x="27" y="78"/>
                    </a:cubicBezTo>
                    <a:cubicBezTo>
                      <a:pt x="48" y="35"/>
                      <a:pt x="90" y="23"/>
                      <a:pt x="118" y="23"/>
                    </a:cubicBezTo>
                    <a:cubicBezTo>
                      <a:pt x="181" y="23"/>
                      <a:pt x="213" y="71"/>
                      <a:pt x="213" y="121"/>
                    </a:cubicBezTo>
                    <a:cubicBezTo>
                      <a:pt x="213" y="174"/>
                      <a:pt x="173" y="216"/>
                      <a:pt x="153" y="239"/>
                    </a:cubicBezTo>
                    <a:cubicBezTo>
                      <a:pt x="104" y="287"/>
                      <a:pt x="54" y="336"/>
                      <a:pt x="5" y="385"/>
                    </a:cubicBezTo>
                    <a:cubicBezTo>
                      <a:pt x="0" y="390"/>
                      <a:pt x="0" y="392"/>
                      <a:pt x="0" y="410"/>
                    </a:cubicBezTo>
                    <a:cubicBezTo>
                      <a:pt x="84" y="410"/>
                      <a:pt x="169" y="410"/>
                      <a:pt x="253" y="410"/>
                    </a:cubicBezTo>
                    <a:cubicBezTo>
                      <a:pt x="259" y="372"/>
                      <a:pt x="265" y="334"/>
                      <a:pt x="271" y="297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9" name="CustomShape 39"/>
              <p:cNvSpPr/>
              <p:nvPr/>
            </p:nvSpPr>
            <p:spPr>
              <a:xfrm>
                <a:off x="7491240" y="2448000"/>
                <a:ext cx="11880" cy="316440"/>
              </a:xfrm>
              <a:custGeom>
                <a:avLst/>
                <a:gdLst/>
                <a:ahLst/>
                <a:rect l="l" t="t" r="r" b="b"/>
                <a:pathLst>
                  <a:path w="37" h="883">
                    <a:moveTo>
                      <a:pt x="36" y="33"/>
                    </a:moveTo>
                    <a:cubicBezTo>
                      <a:pt x="36" y="18"/>
                      <a:pt x="36" y="0"/>
                      <a:pt x="18" y="0"/>
                    </a:cubicBezTo>
                    <a:cubicBezTo>
                      <a:pt x="0" y="0"/>
                      <a:pt x="0" y="18"/>
                      <a:pt x="0" y="33"/>
                    </a:cubicBezTo>
                    <a:cubicBezTo>
                      <a:pt x="0" y="305"/>
                      <a:pt x="0" y="577"/>
                      <a:pt x="0" y="849"/>
                    </a:cubicBezTo>
                    <a:cubicBezTo>
                      <a:pt x="0" y="864"/>
                      <a:pt x="0" y="882"/>
                      <a:pt x="18" y="882"/>
                    </a:cubicBezTo>
                    <a:cubicBezTo>
                      <a:pt x="36" y="882"/>
                      <a:pt x="36" y="864"/>
                      <a:pt x="36" y="849"/>
                    </a:cubicBezTo>
                    <a:cubicBezTo>
                      <a:pt x="36" y="577"/>
                      <a:pt x="36" y="305"/>
                      <a:pt x="36" y="3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0" name="CustomShape 40"/>
              <p:cNvSpPr/>
              <p:nvPr/>
            </p:nvSpPr>
            <p:spPr>
              <a:xfrm>
                <a:off x="7643160" y="2545560"/>
                <a:ext cx="177120" cy="142920"/>
              </a:xfrm>
              <a:custGeom>
                <a:avLst/>
                <a:gdLst/>
                <a:ahLst/>
                <a:rect l="l" t="t" r="r" b="b"/>
                <a:pathLst>
                  <a:path w="496" h="401">
                    <a:moveTo>
                      <a:pt x="385" y="181"/>
                    </a:moveTo>
                    <a:cubicBezTo>
                      <a:pt x="385" y="43"/>
                      <a:pt x="304" y="0"/>
                      <a:pt x="239" y="0"/>
                    </a:cubicBezTo>
                    <a:cubicBezTo>
                      <a:pt x="116" y="0"/>
                      <a:pt x="0" y="126"/>
                      <a:pt x="0" y="251"/>
                    </a:cubicBezTo>
                    <a:cubicBezTo>
                      <a:pt x="0" y="332"/>
                      <a:pt x="53" y="400"/>
                      <a:pt x="144" y="400"/>
                    </a:cubicBezTo>
                    <a:cubicBezTo>
                      <a:pt x="199" y="400"/>
                      <a:pt x="262" y="380"/>
                      <a:pt x="329" y="327"/>
                    </a:cubicBezTo>
                    <a:cubicBezTo>
                      <a:pt x="342" y="372"/>
                      <a:pt x="370" y="400"/>
                      <a:pt x="410" y="400"/>
                    </a:cubicBezTo>
                    <a:cubicBezTo>
                      <a:pt x="457" y="400"/>
                      <a:pt x="485" y="352"/>
                      <a:pt x="485" y="337"/>
                    </a:cubicBezTo>
                    <a:cubicBezTo>
                      <a:pt x="485" y="332"/>
                      <a:pt x="480" y="329"/>
                      <a:pt x="472" y="329"/>
                    </a:cubicBezTo>
                    <a:cubicBezTo>
                      <a:pt x="467" y="329"/>
                      <a:pt x="465" y="332"/>
                      <a:pt x="462" y="337"/>
                    </a:cubicBezTo>
                    <a:cubicBezTo>
                      <a:pt x="447" y="380"/>
                      <a:pt x="415" y="380"/>
                      <a:pt x="412" y="380"/>
                    </a:cubicBezTo>
                    <a:cubicBezTo>
                      <a:pt x="385" y="380"/>
                      <a:pt x="385" y="312"/>
                      <a:pt x="385" y="292"/>
                    </a:cubicBezTo>
                    <a:cubicBezTo>
                      <a:pt x="385" y="272"/>
                      <a:pt x="385" y="269"/>
                      <a:pt x="395" y="259"/>
                    </a:cubicBezTo>
                    <a:cubicBezTo>
                      <a:pt x="477" y="156"/>
                      <a:pt x="462" y="122"/>
                      <a:pt x="495" y="53"/>
                    </a:cubicBezTo>
                    <a:cubicBezTo>
                      <a:pt x="495" y="50"/>
                      <a:pt x="495" y="43"/>
                      <a:pt x="485" y="43"/>
                    </a:cubicBezTo>
                    <a:cubicBezTo>
                      <a:pt x="475" y="43"/>
                      <a:pt x="475" y="45"/>
                      <a:pt x="472" y="63"/>
                    </a:cubicBezTo>
                    <a:cubicBezTo>
                      <a:pt x="455" y="118"/>
                      <a:pt x="427" y="184"/>
                      <a:pt x="385" y="236"/>
                    </a:cubicBezTo>
                    <a:cubicBezTo>
                      <a:pt x="385" y="218"/>
                      <a:pt x="385" y="200"/>
                      <a:pt x="385" y="181"/>
                    </a:cubicBezTo>
                    <a:moveTo>
                      <a:pt x="327" y="302"/>
                    </a:moveTo>
                    <a:cubicBezTo>
                      <a:pt x="249" y="369"/>
                      <a:pt x="181" y="380"/>
                      <a:pt x="146" y="380"/>
                    </a:cubicBezTo>
                    <a:cubicBezTo>
                      <a:pt x="93" y="380"/>
                      <a:pt x="66" y="342"/>
                      <a:pt x="66" y="284"/>
                    </a:cubicBezTo>
                    <a:cubicBezTo>
                      <a:pt x="66" y="241"/>
                      <a:pt x="88" y="146"/>
                      <a:pt x="116" y="101"/>
                    </a:cubicBezTo>
                    <a:cubicBezTo>
                      <a:pt x="159" y="38"/>
                      <a:pt x="206" y="20"/>
                      <a:pt x="236" y="20"/>
                    </a:cubicBezTo>
                    <a:cubicBezTo>
                      <a:pt x="324" y="20"/>
                      <a:pt x="324" y="136"/>
                      <a:pt x="324" y="204"/>
                    </a:cubicBezTo>
                    <a:cubicBezTo>
                      <a:pt x="324" y="236"/>
                      <a:pt x="324" y="287"/>
                      <a:pt x="327" y="30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1" name="CustomShape 41"/>
              <p:cNvSpPr/>
              <p:nvPr/>
            </p:nvSpPr>
            <p:spPr>
              <a:xfrm>
                <a:off x="7862040" y="2652480"/>
                <a:ext cx="36000" cy="93600"/>
              </a:xfrm>
              <a:custGeom>
                <a:avLst/>
                <a:gdLst/>
                <a:ahLst/>
                <a:rect l="l" t="t" r="r" b="b"/>
                <a:pathLst>
                  <a:path w="104" h="264">
                    <a:moveTo>
                      <a:pt x="103" y="93"/>
                    </a:moveTo>
                    <a:cubicBezTo>
                      <a:pt x="103" y="35"/>
                      <a:pt x="80" y="0"/>
                      <a:pt x="48" y="0"/>
                    </a:cubicBezTo>
                    <a:cubicBezTo>
                      <a:pt x="18" y="0"/>
                      <a:pt x="0" y="22"/>
                      <a:pt x="0" y="47"/>
                    </a:cubicBezTo>
                    <a:cubicBezTo>
                      <a:pt x="0" y="70"/>
                      <a:pt x="18" y="93"/>
                      <a:pt x="48" y="93"/>
                    </a:cubicBezTo>
                    <a:cubicBezTo>
                      <a:pt x="58" y="93"/>
                      <a:pt x="68" y="90"/>
                      <a:pt x="78" y="83"/>
                    </a:cubicBezTo>
                    <a:cubicBezTo>
                      <a:pt x="80" y="80"/>
                      <a:pt x="80" y="80"/>
                      <a:pt x="83" y="80"/>
                    </a:cubicBezTo>
                    <a:cubicBezTo>
                      <a:pt x="83" y="84"/>
                      <a:pt x="83" y="80"/>
                      <a:pt x="83" y="93"/>
                    </a:cubicBezTo>
                    <a:cubicBezTo>
                      <a:pt x="83" y="158"/>
                      <a:pt x="53" y="211"/>
                      <a:pt x="23" y="238"/>
                    </a:cubicBezTo>
                    <a:cubicBezTo>
                      <a:pt x="15" y="248"/>
                      <a:pt x="15" y="251"/>
                      <a:pt x="15" y="253"/>
                    </a:cubicBezTo>
                    <a:cubicBezTo>
                      <a:pt x="15" y="258"/>
                      <a:pt x="18" y="263"/>
                      <a:pt x="23" y="263"/>
                    </a:cubicBezTo>
                    <a:cubicBezTo>
                      <a:pt x="33" y="263"/>
                      <a:pt x="103" y="196"/>
                      <a:pt x="103" y="9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2" name="CustomShape 42"/>
              <p:cNvSpPr/>
              <p:nvPr/>
            </p:nvSpPr>
            <p:spPr>
              <a:xfrm>
                <a:off x="7985160" y="2462400"/>
                <a:ext cx="172440" cy="283680"/>
              </a:xfrm>
              <a:custGeom>
                <a:avLst/>
                <a:gdLst/>
                <a:ahLst/>
                <a:rect l="l" t="t" r="r" b="b"/>
                <a:pathLst>
                  <a:path w="483" h="792">
                    <a:moveTo>
                      <a:pt x="482" y="121"/>
                    </a:moveTo>
                    <a:cubicBezTo>
                      <a:pt x="482" y="53"/>
                      <a:pt x="434" y="0"/>
                      <a:pt x="361" y="0"/>
                    </a:cubicBezTo>
                    <a:cubicBezTo>
                      <a:pt x="311" y="0"/>
                      <a:pt x="286" y="13"/>
                      <a:pt x="256" y="35"/>
                    </a:cubicBezTo>
                    <a:cubicBezTo>
                      <a:pt x="205" y="71"/>
                      <a:pt x="158" y="156"/>
                      <a:pt x="140" y="224"/>
                    </a:cubicBezTo>
                    <a:cubicBezTo>
                      <a:pt x="93" y="410"/>
                      <a:pt x="46" y="597"/>
                      <a:pt x="0" y="784"/>
                    </a:cubicBezTo>
                    <a:cubicBezTo>
                      <a:pt x="0" y="786"/>
                      <a:pt x="5" y="791"/>
                      <a:pt x="12" y="791"/>
                    </a:cubicBezTo>
                    <a:cubicBezTo>
                      <a:pt x="20" y="791"/>
                      <a:pt x="22" y="789"/>
                      <a:pt x="22" y="786"/>
                    </a:cubicBezTo>
                    <a:cubicBezTo>
                      <a:pt x="43" y="706"/>
                      <a:pt x="64" y="626"/>
                      <a:pt x="85" y="545"/>
                    </a:cubicBezTo>
                    <a:cubicBezTo>
                      <a:pt x="100" y="598"/>
                      <a:pt x="139" y="631"/>
                      <a:pt x="203" y="631"/>
                    </a:cubicBezTo>
                    <a:cubicBezTo>
                      <a:pt x="267" y="631"/>
                      <a:pt x="334" y="598"/>
                      <a:pt x="374" y="560"/>
                    </a:cubicBezTo>
                    <a:cubicBezTo>
                      <a:pt x="416" y="520"/>
                      <a:pt x="444" y="462"/>
                      <a:pt x="444" y="397"/>
                    </a:cubicBezTo>
                    <a:cubicBezTo>
                      <a:pt x="444" y="334"/>
                      <a:pt x="411" y="289"/>
                      <a:pt x="381" y="266"/>
                    </a:cubicBezTo>
                    <a:cubicBezTo>
                      <a:pt x="431" y="239"/>
                      <a:pt x="482" y="184"/>
                      <a:pt x="482" y="121"/>
                    </a:cubicBezTo>
                    <a:moveTo>
                      <a:pt x="324" y="266"/>
                    </a:moveTo>
                    <a:cubicBezTo>
                      <a:pt x="311" y="271"/>
                      <a:pt x="301" y="271"/>
                      <a:pt x="281" y="271"/>
                    </a:cubicBezTo>
                    <a:cubicBezTo>
                      <a:pt x="268" y="271"/>
                      <a:pt x="251" y="274"/>
                      <a:pt x="241" y="269"/>
                    </a:cubicBezTo>
                    <a:cubicBezTo>
                      <a:pt x="243" y="259"/>
                      <a:pt x="276" y="261"/>
                      <a:pt x="286" y="261"/>
                    </a:cubicBezTo>
                    <a:cubicBezTo>
                      <a:pt x="303" y="261"/>
                      <a:pt x="311" y="261"/>
                      <a:pt x="324" y="266"/>
                    </a:cubicBezTo>
                    <a:moveTo>
                      <a:pt x="431" y="101"/>
                    </a:moveTo>
                    <a:cubicBezTo>
                      <a:pt x="431" y="161"/>
                      <a:pt x="399" y="224"/>
                      <a:pt x="354" y="251"/>
                    </a:cubicBezTo>
                    <a:cubicBezTo>
                      <a:pt x="329" y="244"/>
                      <a:pt x="311" y="241"/>
                      <a:pt x="286" y="241"/>
                    </a:cubicBezTo>
                    <a:cubicBezTo>
                      <a:pt x="266" y="241"/>
                      <a:pt x="218" y="241"/>
                      <a:pt x="218" y="269"/>
                    </a:cubicBezTo>
                    <a:cubicBezTo>
                      <a:pt x="216" y="294"/>
                      <a:pt x="263" y="292"/>
                      <a:pt x="278" y="292"/>
                    </a:cubicBezTo>
                    <a:cubicBezTo>
                      <a:pt x="311" y="292"/>
                      <a:pt x="324" y="292"/>
                      <a:pt x="351" y="279"/>
                    </a:cubicBezTo>
                    <a:cubicBezTo>
                      <a:pt x="384" y="312"/>
                      <a:pt x="389" y="339"/>
                      <a:pt x="389" y="379"/>
                    </a:cubicBezTo>
                    <a:cubicBezTo>
                      <a:pt x="391" y="430"/>
                      <a:pt x="369" y="497"/>
                      <a:pt x="346" y="530"/>
                    </a:cubicBezTo>
                    <a:cubicBezTo>
                      <a:pt x="311" y="578"/>
                      <a:pt x="251" y="611"/>
                      <a:pt x="200" y="611"/>
                    </a:cubicBezTo>
                    <a:cubicBezTo>
                      <a:pt x="135" y="611"/>
                      <a:pt x="100" y="560"/>
                      <a:pt x="100" y="497"/>
                    </a:cubicBezTo>
                    <a:cubicBezTo>
                      <a:pt x="100" y="487"/>
                      <a:pt x="100" y="475"/>
                      <a:pt x="105" y="457"/>
                    </a:cubicBezTo>
                    <a:cubicBezTo>
                      <a:pt x="123" y="384"/>
                      <a:pt x="142" y="310"/>
                      <a:pt x="160" y="236"/>
                    </a:cubicBezTo>
                    <a:cubicBezTo>
                      <a:pt x="180" y="158"/>
                      <a:pt x="243" y="20"/>
                      <a:pt x="351" y="20"/>
                    </a:cubicBezTo>
                    <a:cubicBezTo>
                      <a:pt x="401" y="20"/>
                      <a:pt x="431" y="48"/>
                      <a:pt x="431" y="101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3" name="CustomShape 43"/>
              <p:cNvSpPr/>
              <p:nvPr/>
            </p:nvSpPr>
            <p:spPr>
              <a:xfrm>
                <a:off x="8190360" y="2448000"/>
                <a:ext cx="73080" cy="316440"/>
              </a:xfrm>
              <a:custGeom>
                <a:avLst/>
                <a:gdLst/>
                <a:ahLst/>
                <a:rect l="l" t="t" r="r" b="b"/>
                <a:pathLst>
                  <a:path w="207" h="883">
                    <a:moveTo>
                      <a:pt x="206" y="440"/>
                    </a:moveTo>
                    <a:cubicBezTo>
                      <a:pt x="206" y="372"/>
                      <a:pt x="195" y="266"/>
                      <a:pt x="148" y="166"/>
                    </a:cubicBezTo>
                    <a:cubicBezTo>
                      <a:pt x="95" y="58"/>
                      <a:pt x="17" y="0"/>
                      <a:pt x="10" y="0"/>
                    </a:cubicBezTo>
                    <a:cubicBezTo>
                      <a:pt x="5" y="0"/>
                      <a:pt x="0" y="5"/>
                      <a:pt x="0" y="10"/>
                    </a:cubicBezTo>
                    <a:cubicBezTo>
                      <a:pt x="0" y="13"/>
                      <a:pt x="0" y="13"/>
                      <a:pt x="17" y="30"/>
                    </a:cubicBezTo>
                    <a:cubicBezTo>
                      <a:pt x="103" y="116"/>
                      <a:pt x="153" y="256"/>
                      <a:pt x="153" y="440"/>
                    </a:cubicBezTo>
                    <a:cubicBezTo>
                      <a:pt x="153" y="590"/>
                      <a:pt x="120" y="746"/>
                      <a:pt x="12" y="856"/>
                    </a:cubicBezTo>
                    <a:cubicBezTo>
                      <a:pt x="0" y="869"/>
                      <a:pt x="0" y="869"/>
                      <a:pt x="0" y="872"/>
                    </a:cubicBezTo>
                    <a:cubicBezTo>
                      <a:pt x="0" y="877"/>
                      <a:pt x="5" y="882"/>
                      <a:pt x="10" y="882"/>
                    </a:cubicBezTo>
                    <a:cubicBezTo>
                      <a:pt x="17" y="882"/>
                      <a:pt x="98" y="821"/>
                      <a:pt x="150" y="708"/>
                    </a:cubicBezTo>
                    <a:cubicBezTo>
                      <a:pt x="195" y="613"/>
                      <a:pt x="206" y="515"/>
                      <a:pt x="206" y="44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4" name="CustomShape 44"/>
              <p:cNvSpPr/>
              <p:nvPr/>
            </p:nvSpPr>
            <p:spPr>
              <a:xfrm>
                <a:off x="8376480" y="2652480"/>
                <a:ext cx="32400" cy="32400"/>
              </a:xfrm>
              <a:custGeom>
                <a:avLst/>
                <a:gdLst/>
                <a:ahLst/>
                <a:rect l="l" t="t" r="r" b="b"/>
                <a:pathLst>
                  <a:path w="94" h="94">
                    <a:moveTo>
                      <a:pt x="93" y="47"/>
                    </a:moveTo>
                    <a:cubicBezTo>
                      <a:pt x="93" y="20"/>
                      <a:pt x="71" y="0"/>
                      <a:pt x="45" y="0"/>
                    </a:cubicBezTo>
                    <a:cubicBezTo>
                      <a:pt x="19" y="0"/>
                      <a:pt x="0" y="21"/>
                      <a:pt x="0" y="47"/>
                    </a:cubicBezTo>
                    <a:cubicBezTo>
                      <a:pt x="0" y="74"/>
                      <a:pt x="19" y="93"/>
                      <a:pt x="45" y="93"/>
                    </a:cubicBezTo>
                    <a:cubicBezTo>
                      <a:pt x="71" y="93"/>
                      <a:pt x="93" y="72"/>
                      <a:pt x="93" y="47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5" name="CustomShape 45"/>
              <p:cNvSpPr/>
              <p:nvPr/>
            </p:nvSpPr>
            <p:spPr>
              <a:xfrm>
                <a:off x="8517600" y="2652480"/>
                <a:ext cx="32400" cy="32400"/>
              </a:xfrm>
              <a:custGeom>
                <a:avLst/>
                <a:gdLst/>
                <a:ahLst/>
                <a:rect l="l" t="t" r="r" b="b"/>
                <a:pathLst>
                  <a:path w="94" h="94">
                    <a:moveTo>
                      <a:pt x="93" y="47"/>
                    </a:moveTo>
                    <a:cubicBezTo>
                      <a:pt x="93" y="20"/>
                      <a:pt x="74" y="0"/>
                      <a:pt x="47" y="0"/>
                    </a:cubicBezTo>
                    <a:cubicBezTo>
                      <a:pt x="21" y="0"/>
                      <a:pt x="0" y="21"/>
                      <a:pt x="0" y="47"/>
                    </a:cubicBezTo>
                    <a:cubicBezTo>
                      <a:pt x="0" y="74"/>
                      <a:pt x="21" y="93"/>
                      <a:pt x="47" y="93"/>
                    </a:cubicBezTo>
                    <a:cubicBezTo>
                      <a:pt x="74" y="93"/>
                      <a:pt x="93" y="72"/>
                      <a:pt x="93" y="47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6" name="CustomShape 46"/>
              <p:cNvSpPr/>
              <p:nvPr/>
            </p:nvSpPr>
            <p:spPr>
              <a:xfrm>
                <a:off x="8658360" y="2652480"/>
                <a:ext cx="32400" cy="32400"/>
              </a:xfrm>
              <a:custGeom>
                <a:avLst/>
                <a:gdLst/>
                <a:ahLst/>
                <a:rect l="l" t="t" r="r" b="b"/>
                <a:pathLst>
                  <a:path w="94" h="94">
                    <a:moveTo>
                      <a:pt x="93" y="47"/>
                    </a:moveTo>
                    <a:cubicBezTo>
                      <a:pt x="93" y="20"/>
                      <a:pt x="73" y="0"/>
                      <a:pt x="48" y="0"/>
                    </a:cubicBezTo>
                    <a:cubicBezTo>
                      <a:pt x="23" y="0"/>
                      <a:pt x="0" y="21"/>
                      <a:pt x="0" y="47"/>
                    </a:cubicBezTo>
                    <a:cubicBezTo>
                      <a:pt x="0" y="74"/>
                      <a:pt x="23" y="93"/>
                      <a:pt x="48" y="93"/>
                    </a:cubicBezTo>
                    <a:cubicBezTo>
                      <a:pt x="73" y="93"/>
                      <a:pt x="93" y="72"/>
                      <a:pt x="93" y="47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7" name="CustomShape 47"/>
              <p:cNvSpPr/>
              <p:nvPr/>
            </p:nvSpPr>
            <p:spPr>
              <a:xfrm>
                <a:off x="8785080" y="2469600"/>
                <a:ext cx="225720" cy="215280"/>
              </a:xfrm>
              <a:custGeom>
                <a:avLst/>
                <a:gdLst/>
                <a:ahLst/>
                <a:rect l="l" t="t" r="r" b="b"/>
                <a:pathLst>
                  <a:path w="631" h="602">
                    <a:moveTo>
                      <a:pt x="233" y="322"/>
                    </a:moveTo>
                    <a:cubicBezTo>
                      <a:pt x="283" y="322"/>
                      <a:pt x="332" y="322"/>
                      <a:pt x="382" y="322"/>
                    </a:cubicBezTo>
                    <a:cubicBezTo>
                      <a:pt x="507" y="322"/>
                      <a:pt x="630" y="231"/>
                      <a:pt x="630" y="133"/>
                    </a:cubicBezTo>
                    <a:cubicBezTo>
                      <a:pt x="630" y="66"/>
                      <a:pt x="572" y="0"/>
                      <a:pt x="457" y="0"/>
                    </a:cubicBezTo>
                    <a:cubicBezTo>
                      <a:pt x="362" y="0"/>
                      <a:pt x="266" y="0"/>
                      <a:pt x="171" y="0"/>
                    </a:cubicBezTo>
                    <a:cubicBezTo>
                      <a:pt x="153" y="0"/>
                      <a:pt x="143" y="0"/>
                      <a:pt x="143" y="15"/>
                    </a:cubicBezTo>
                    <a:cubicBezTo>
                      <a:pt x="143" y="28"/>
                      <a:pt x="153" y="28"/>
                      <a:pt x="171" y="28"/>
                    </a:cubicBezTo>
                    <a:cubicBezTo>
                      <a:pt x="181" y="28"/>
                      <a:pt x="196" y="28"/>
                      <a:pt x="208" y="28"/>
                    </a:cubicBezTo>
                    <a:cubicBezTo>
                      <a:pt x="221" y="30"/>
                      <a:pt x="226" y="33"/>
                      <a:pt x="226" y="43"/>
                    </a:cubicBezTo>
                    <a:cubicBezTo>
                      <a:pt x="226" y="45"/>
                      <a:pt x="226" y="48"/>
                      <a:pt x="223" y="61"/>
                    </a:cubicBezTo>
                    <a:cubicBezTo>
                      <a:pt x="184" y="218"/>
                      <a:pt x="145" y="375"/>
                      <a:pt x="105" y="533"/>
                    </a:cubicBezTo>
                    <a:cubicBezTo>
                      <a:pt x="95" y="565"/>
                      <a:pt x="95" y="573"/>
                      <a:pt x="25" y="573"/>
                    </a:cubicBezTo>
                    <a:cubicBezTo>
                      <a:pt x="10" y="573"/>
                      <a:pt x="0" y="573"/>
                      <a:pt x="0" y="591"/>
                    </a:cubicBezTo>
                    <a:cubicBezTo>
                      <a:pt x="0" y="601"/>
                      <a:pt x="10" y="601"/>
                      <a:pt x="12" y="601"/>
                    </a:cubicBezTo>
                    <a:cubicBezTo>
                      <a:pt x="38" y="601"/>
                      <a:pt x="100" y="598"/>
                      <a:pt x="126" y="598"/>
                    </a:cubicBezTo>
                    <a:cubicBezTo>
                      <a:pt x="143" y="598"/>
                      <a:pt x="163" y="598"/>
                      <a:pt x="183" y="598"/>
                    </a:cubicBezTo>
                    <a:cubicBezTo>
                      <a:pt x="201" y="598"/>
                      <a:pt x="221" y="601"/>
                      <a:pt x="239" y="601"/>
                    </a:cubicBezTo>
                    <a:cubicBezTo>
                      <a:pt x="246" y="601"/>
                      <a:pt x="256" y="601"/>
                      <a:pt x="256" y="583"/>
                    </a:cubicBezTo>
                    <a:cubicBezTo>
                      <a:pt x="256" y="573"/>
                      <a:pt x="249" y="573"/>
                      <a:pt x="233" y="573"/>
                    </a:cubicBezTo>
                    <a:cubicBezTo>
                      <a:pt x="201" y="573"/>
                      <a:pt x="176" y="573"/>
                      <a:pt x="176" y="558"/>
                    </a:cubicBezTo>
                    <a:cubicBezTo>
                      <a:pt x="176" y="553"/>
                      <a:pt x="176" y="548"/>
                      <a:pt x="178" y="543"/>
                    </a:cubicBezTo>
                    <a:cubicBezTo>
                      <a:pt x="197" y="469"/>
                      <a:pt x="215" y="395"/>
                      <a:pt x="233" y="322"/>
                    </a:cubicBezTo>
                    <a:moveTo>
                      <a:pt x="296" y="61"/>
                    </a:moveTo>
                    <a:cubicBezTo>
                      <a:pt x="304" y="30"/>
                      <a:pt x="306" y="28"/>
                      <a:pt x="344" y="28"/>
                    </a:cubicBezTo>
                    <a:cubicBezTo>
                      <a:pt x="372" y="28"/>
                      <a:pt x="401" y="28"/>
                      <a:pt x="429" y="28"/>
                    </a:cubicBezTo>
                    <a:cubicBezTo>
                      <a:pt x="502" y="28"/>
                      <a:pt x="547" y="51"/>
                      <a:pt x="547" y="111"/>
                    </a:cubicBezTo>
                    <a:cubicBezTo>
                      <a:pt x="547" y="146"/>
                      <a:pt x="530" y="221"/>
                      <a:pt x="497" y="254"/>
                    </a:cubicBezTo>
                    <a:cubicBezTo>
                      <a:pt x="452" y="292"/>
                      <a:pt x="399" y="299"/>
                      <a:pt x="362" y="299"/>
                    </a:cubicBezTo>
                    <a:cubicBezTo>
                      <a:pt x="320" y="299"/>
                      <a:pt x="278" y="299"/>
                      <a:pt x="236" y="299"/>
                    </a:cubicBezTo>
                    <a:cubicBezTo>
                      <a:pt x="256" y="220"/>
                      <a:pt x="276" y="140"/>
                      <a:pt x="296" y="61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8" name="CustomShape 48"/>
              <p:cNvSpPr/>
              <p:nvPr/>
            </p:nvSpPr>
            <p:spPr>
              <a:xfrm>
                <a:off x="9051840" y="2448000"/>
                <a:ext cx="73080" cy="316440"/>
              </a:xfrm>
              <a:custGeom>
                <a:avLst/>
                <a:gdLst/>
                <a:ahLst/>
                <a:rect l="l" t="t" r="r" b="b"/>
                <a:pathLst>
                  <a:path w="207" h="883">
                    <a:moveTo>
                      <a:pt x="206" y="872"/>
                    </a:moveTo>
                    <a:cubicBezTo>
                      <a:pt x="206" y="869"/>
                      <a:pt x="206" y="869"/>
                      <a:pt x="191" y="854"/>
                    </a:cubicBezTo>
                    <a:cubicBezTo>
                      <a:pt x="80" y="741"/>
                      <a:pt x="52" y="575"/>
                      <a:pt x="52" y="440"/>
                    </a:cubicBezTo>
                    <a:cubicBezTo>
                      <a:pt x="52" y="286"/>
                      <a:pt x="85" y="133"/>
                      <a:pt x="193" y="25"/>
                    </a:cubicBezTo>
                    <a:cubicBezTo>
                      <a:pt x="206" y="13"/>
                      <a:pt x="206" y="13"/>
                      <a:pt x="206" y="10"/>
                    </a:cubicBezTo>
                    <a:cubicBezTo>
                      <a:pt x="206" y="3"/>
                      <a:pt x="201" y="0"/>
                      <a:pt x="196" y="0"/>
                    </a:cubicBezTo>
                    <a:cubicBezTo>
                      <a:pt x="188" y="0"/>
                      <a:pt x="108" y="60"/>
                      <a:pt x="55" y="173"/>
                    </a:cubicBezTo>
                    <a:cubicBezTo>
                      <a:pt x="12" y="269"/>
                      <a:pt x="0" y="367"/>
                      <a:pt x="0" y="440"/>
                    </a:cubicBezTo>
                    <a:cubicBezTo>
                      <a:pt x="0" y="510"/>
                      <a:pt x="10" y="615"/>
                      <a:pt x="57" y="716"/>
                    </a:cubicBezTo>
                    <a:cubicBezTo>
                      <a:pt x="113" y="824"/>
                      <a:pt x="188" y="882"/>
                      <a:pt x="196" y="882"/>
                    </a:cubicBezTo>
                    <a:cubicBezTo>
                      <a:pt x="201" y="882"/>
                      <a:pt x="206" y="879"/>
                      <a:pt x="206" y="87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9" name="CustomShape 49"/>
              <p:cNvSpPr/>
              <p:nvPr/>
            </p:nvSpPr>
            <p:spPr>
              <a:xfrm>
                <a:off x="9153000" y="2545560"/>
                <a:ext cx="145440" cy="204120"/>
              </a:xfrm>
              <a:custGeom>
                <a:avLst/>
                <a:gdLst/>
                <a:ahLst/>
                <a:rect l="l" t="t" r="r" b="b"/>
                <a:pathLst>
                  <a:path w="408" h="571">
                    <a:moveTo>
                      <a:pt x="404" y="56"/>
                    </a:moveTo>
                    <a:cubicBezTo>
                      <a:pt x="407" y="43"/>
                      <a:pt x="407" y="40"/>
                      <a:pt x="407" y="35"/>
                    </a:cubicBezTo>
                    <a:cubicBezTo>
                      <a:pt x="407" y="18"/>
                      <a:pt x="394" y="10"/>
                      <a:pt x="382" y="10"/>
                    </a:cubicBezTo>
                    <a:cubicBezTo>
                      <a:pt x="374" y="10"/>
                      <a:pt x="359" y="15"/>
                      <a:pt x="352" y="28"/>
                    </a:cubicBezTo>
                    <a:cubicBezTo>
                      <a:pt x="349" y="33"/>
                      <a:pt x="341" y="61"/>
                      <a:pt x="339" y="76"/>
                    </a:cubicBezTo>
                    <a:cubicBezTo>
                      <a:pt x="331" y="98"/>
                      <a:pt x="326" y="123"/>
                      <a:pt x="321" y="146"/>
                    </a:cubicBezTo>
                    <a:cubicBezTo>
                      <a:pt x="308" y="199"/>
                      <a:pt x="295" y="251"/>
                      <a:pt x="281" y="304"/>
                    </a:cubicBezTo>
                    <a:cubicBezTo>
                      <a:pt x="279" y="319"/>
                      <a:pt x="241" y="380"/>
                      <a:pt x="181" y="380"/>
                    </a:cubicBezTo>
                    <a:cubicBezTo>
                      <a:pt x="136" y="380"/>
                      <a:pt x="128" y="342"/>
                      <a:pt x="128" y="309"/>
                    </a:cubicBezTo>
                    <a:cubicBezTo>
                      <a:pt x="128" y="269"/>
                      <a:pt x="143" y="214"/>
                      <a:pt x="173" y="136"/>
                    </a:cubicBezTo>
                    <a:cubicBezTo>
                      <a:pt x="186" y="101"/>
                      <a:pt x="191" y="91"/>
                      <a:pt x="191" y="73"/>
                    </a:cubicBezTo>
                    <a:cubicBezTo>
                      <a:pt x="191" y="33"/>
                      <a:pt x="161" y="0"/>
                      <a:pt x="118" y="0"/>
                    </a:cubicBezTo>
                    <a:cubicBezTo>
                      <a:pt x="33" y="0"/>
                      <a:pt x="0" y="128"/>
                      <a:pt x="0" y="136"/>
                    </a:cubicBezTo>
                    <a:cubicBezTo>
                      <a:pt x="0" y="146"/>
                      <a:pt x="10" y="146"/>
                      <a:pt x="13" y="146"/>
                    </a:cubicBezTo>
                    <a:cubicBezTo>
                      <a:pt x="20" y="146"/>
                      <a:pt x="20" y="143"/>
                      <a:pt x="25" y="128"/>
                    </a:cubicBezTo>
                    <a:cubicBezTo>
                      <a:pt x="50" y="45"/>
                      <a:pt x="85" y="20"/>
                      <a:pt x="115" y="20"/>
                    </a:cubicBezTo>
                    <a:cubicBezTo>
                      <a:pt x="121" y="20"/>
                      <a:pt x="136" y="20"/>
                      <a:pt x="136" y="48"/>
                    </a:cubicBezTo>
                    <a:cubicBezTo>
                      <a:pt x="136" y="71"/>
                      <a:pt x="128" y="93"/>
                      <a:pt x="121" y="111"/>
                    </a:cubicBezTo>
                    <a:cubicBezTo>
                      <a:pt x="85" y="204"/>
                      <a:pt x="70" y="254"/>
                      <a:pt x="70" y="294"/>
                    </a:cubicBezTo>
                    <a:cubicBezTo>
                      <a:pt x="70" y="372"/>
                      <a:pt x="126" y="400"/>
                      <a:pt x="178" y="400"/>
                    </a:cubicBezTo>
                    <a:cubicBezTo>
                      <a:pt x="213" y="400"/>
                      <a:pt x="244" y="385"/>
                      <a:pt x="266" y="359"/>
                    </a:cubicBezTo>
                    <a:cubicBezTo>
                      <a:pt x="256" y="405"/>
                      <a:pt x="246" y="450"/>
                      <a:pt x="211" y="495"/>
                    </a:cubicBezTo>
                    <a:cubicBezTo>
                      <a:pt x="188" y="525"/>
                      <a:pt x="153" y="550"/>
                      <a:pt x="113" y="550"/>
                    </a:cubicBezTo>
                    <a:cubicBezTo>
                      <a:pt x="100" y="550"/>
                      <a:pt x="60" y="548"/>
                      <a:pt x="45" y="515"/>
                    </a:cubicBezTo>
                    <a:cubicBezTo>
                      <a:pt x="60" y="515"/>
                      <a:pt x="70" y="515"/>
                      <a:pt x="83" y="503"/>
                    </a:cubicBezTo>
                    <a:cubicBezTo>
                      <a:pt x="93" y="495"/>
                      <a:pt x="100" y="485"/>
                      <a:pt x="100" y="467"/>
                    </a:cubicBezTo>
                    <a:cubicBezTo>
                      <a:pt x="100" y="440"/>
                      <a:pt x="78" y="437"/>
                      <a:pt x="68" y="437"/>
                    </a:cubicBezTo>
                    <a:cubicBezTo>
                      <a:pt x="48" y="437"/>
                      <a:pt x="20" y="450"/>
                      <a:pt x="20" y="495"/>
                    </a:cubicBezTo>
                    <a:cubicBezTo>
                      <a:pt x="20" y="538"/>
                      <a:pt x="58" y="570"/>
                      <a:pt x="113" y="570"/>
                    </a:cubicBezTo>
                    <a:cubicBezTo>
                      <a:pt x="203" y="570"/>
                      <a:pt x="294" y="490"/>
                      <a:pt x="319" y="392"/>
                    </a:cubicBezTo>
                    <a:cubicBezTo>
                      <a:pt x="347" y="280"/>
                      <a:pt x="376" y="168"/>
                      <a:pt x="404" y="56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90" name="CustomShape 50"/>
              <p:cNvSpPr/>
              <p:nvPr/>
            </p:nvSpPr>
            <p:spPr>
              <a:xfrm>
                <a:off x="9310320" y="2635920"/>
                <a:ext cx="134640" cy="98640"/>
              </a:xfrm>
              <a:custGeom>
                <a:avLst/>
                <a:gdLst/>
                <a:ahLst/>
                <a:rect l="l" t="t" r="r" b="b"/>
                <a:pathLst>
                  <a:path w="378" h="278">
                    <a:moveTo>
                      <a:pt x="45" y="231"/>
                    </a:moveTo>
                    <a:cubicBezTo>
                      <a:pt x="43" y="239"/>
                      <a:pt x="42" y="248"/>
                      <a:pt x="40" y="257"/>
                    </a:cubicBezTo>
                    <a:cubicBezTo>
                      <a:pt x="40" y="272"/>
                      <a:pt x="50" y="277"/>
                      <a:pt x="60" y="277"/>
                    </a:cubicBezTo>
                    <a:cubicBezTo>
                      <a:pt x="73" y="277"/>
                      <a:pt x="83" y="269"/>
                      <a:pt x="85" y="264"/>
                    </a:cubicBezTo>
                    <a:cubicBezTo>
                      <a:pt x="88" y="259"/>
                      <a:pt x="93" y="239"/>
                      <a:pt x="95" y="226"/>
                    </a:cubicBezTo>
                    <a:cubicBezTo>
                      <a:pt x="100" y="214"/>
                      <a:pt x="105" y="186"/>
                      <a:pt x="110" y="169"/>
                    </a:cubicBezTo>
                    <a:cubicBezTo>
                      <a:pt x="113" y="156"/>
                      <a:pt x="118" y="144"/>
                      <a:pt x="120" y="129"/>
                    </a:cubicBezTo>
                    <a:cubicBezTo>
                      <a:pt x="128" y="103"/>
                      <a:pt x="128" y="98"/>
                      <a:pt x="146" y="73"/>
                    </a:cubicBezTo>
                    <a:cubicBezTo>
                      <a:pt x="163" y="48"/>
                      <a:pt x="193" y="15"/>
                      <a:pt x="238" y="15"/>
                    </a:cubicBezTo>
                    <a:cubicBezTo>
                      <a:pt x="274" y="15"/>
                      <a:pt x="276" y="48"/>
                      <a:pt x="276" y="61"/>
                    </a:cubicBezTo>
                    <a:cubicBezTo>
                      <a:pt x="276" y="96"/>
                      <a:pt x="249" y="166"/>
                      <a:pt x="238" y="191"/>
                    </a:cubicBezTo>
                    <a:cubicBezTo>
                      <a:pt x="233" y="209"/>
                      <a:pt x="231" y="214"/>
                      <a:pt x="231" y="224"/>
                    </a:cubicBezTo>
                    <a:cubicBezTo>
                      <a:pt x="231" y="257"/>
                      <a:pt x="256" y="277"/>
                      <a:pt x="289" y="277"/>
                    </a:cubicBezTo>
                    <a:cubicBezTo>
                      <a:pt x="351" y="277"/>
                      <a:pt x="377" y="191"/>
                      <a:pt x="377" y="184"/>
                    </a:cubicBezTo>
                    <a:cubicBezTo>
                      <a:pt x="377" y="174"/>
                      <a:pt x="369" y="174"/>
                      <a:pt x="367" y="174"/>
                    </a:cubicBezTo>
                    <a:cubicBezTo>
                      <a:pt x="359" y="174"/>
                      <a:pt x="359" y="179"/>
                      <a:pt x="357" y="186"/>
                    </a:cubicBezTo>
                    <a:cubicBezTo>
                      <a:pt x="341" y="234"/>
                      <a:pt x="314" y="259"/>
                      <a:pt x="291" y="259"/>
                    </a:cubicBezTo>
                    <a:cubicBezTo>
                      <a:pt x="276" y="259"/>
                      <a:pt x="274" y="252"/>
                      <a:pt x="274" y="239"/>
                    </a:cubicBezTo>
                    <a:cubicBezTo>
                      <a:pt x="274" y="224"/>
                      <a:pt x="279" y="216"/>
                      <a:pt x="289" y="189"/>
                    </a:cubicBezTo>
                    <a:cubicBezTo>
                      <a:pt x="296" y="169"/>
                      <a:pt x="321" y="103"/>
                      <a:pt x="321" y="68"/>
                    </a:cubicBezTo>
                    <a:cubicBezTo>
                      <a:pt x="321" y="10"/>
                      <a:pt x="274" y="0"/>
                      <a:pt x="241" y="0"/>
                    </a:cubicBezTo>
                    <a:cubicBezTo>
                      <a:pt x="191" y="0"/>
                      <a:pt x="156" y="31"/>
                      <a:pt x="138" y="56"/>
                    </a:cubicBezTo>
                    <a:cubicBezTo>
                      <a:pt x="133" y="13"/>
                      <a:pt x="95" y="0"/>
                      <a:pt x="70" y="0"/>
                    </a:cubicBezTo>
                    <a:cubicBezTo>
                      <a:pt x="45" y="0"/>
                      <a:pt x="30" y="18"/>
                      <a:pt x="23" y="33"/>
                    </a:cubicBezTo>
                    <a:cubicBezTo>
                      <a:pt x="7" y="56"/>
                      <a:pt x="0" y="91"/>
                      <a:pt x="0" y="93"/>
                    </a:cubicBezTo>
                    <a:cubicBezTo>
                      <a:pt x="0" y="101"/>
                      <a:pt x="7" y="101"/>
                      <a:pt x="10" y="101"/>
                    </a:cubicBezTo>
                    <a:cubicBezTo>
                      <a:pt x="20" y="101"/>
                      <a:pt x="20" y="101"/>
                      <a:pt x="25" y="83"/>
                    </a:cubicBezTo>
                    <a:cubicBezTo>
                      <a:pt x="33" y="46"/>
                      <a:pt x="45" y="15"/>
                      <a:pt x="70" y="15"/>
                    </a:cubicBezTo>
                    <a:cubicBezTo>
                      <a:pt x="85" y="15"/>
                      <a:pt x="90" y="31"/>
                      <a:pt x="90" y="46"/>
                    </a:cubicBezTo>
                    <a:cubicBezTo>
                      <a:pt x="90" y="58"/>
                      <a:pt x="84" y="82"/>
                      <a:pt x="80" y="98"/>
                    </a:cubicBezTo>
                    <a:cubicBezTo>
                      <a:pt x="76" y="115"/>
                      <a:pt x="70" y="139"/>
                      <a:pt x="65" y="154"/>
                    </a:cubicBezTo>
                    <a:cubicBezTo>
                      <a:pt x="59" y="180"/>
                      <a:pt x="52" y="206"/>
                      <a:pt x="45" y="2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91" name="CustomShape 51"/>
              <p:cNvSpPr/>
              <p:nvPr/>
            </p:nvSpPr>
            <p:spPr>
              <a:xfrm>
                <a:off x="9598680" y="2448000"/>
                <a:ext cx="11520" cy="316440"/>
              </a:xfrm>
              <a:custGeom>
                <a:avLst/>
                <a:gdLst/>
                <a:ahLst/>
                <a:rect l="l" t="t" r="r" b="b"/>
                <a:pathLst>
                  <a:path w="36" h="883">
                    <a:moveTo>
                      <a:pt x="35" y="33"/>
                    </a:moveTo>
                    <a:cubicBezTo>
                      <a:pt x="35" y="18"/>
                      <a:pt x="35" y="0"/>
                      <a:pt x="18" y="0"/>
                    </a:cubicBezTo>
                    <a:cubicBezTo>
                      <a:pt x="0" y="0"/>
                      <a:pt x="0" y="18"/>
                      <a:pt x="0" y="33"/>
                    </a:cubicBezTo>
                    <a:cubicBezTo>
                      <a:pt x="0" y="305"/>
                      <a:pt x="0" y="577"/>
                      <a:pt x="0" y="849"/>
                    </a:cubicBezTo>
                    <a:cubicBezTo>
                      <a:pt x="0" y="864"/>
                      <a:pt x="0" y="882"/>
                      <a:pt x="18" y="882"/>
                    </a:cubicBezTo>
                    <a:cubicBezTo>
                      <a:pt x="35" y="882"/>
                      <a:pt x="35" y="864"/>
                      <a:pt x="35" y="849"/>
                    </a:cubicBezTo>
                    <a:cubicBezTo>
                      <a:pt x="35" y="577"/>
                      <a:pt x="35" y="305"/>
                      <a:pt x="35" y="3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92" name="CustomShape 52"/>
              <p:cNvSpPr/>
              <p:nvPr/>
            </p:nvSpPr>
            <p:spPr>
              <a:xfrm>
                <a:off x="9750600" y="2545560"/>
                <a:ext cx="177120" cy="142920"/>
              </a:xfrm>
              <a:custGeom>
                <a:avLst/>
                <a:gdLst/>
                <a:ahLst/>
                <a:rect l="l" t="t" r="r" b="b"/>
                <a:pathLst>
                  <a:path w="496" h="401">
                    <a:moveTo>
                      <a:pt x="384" y="181"/>
                    </a:moveTo>
                    <a:cubicBezTo>
                      <a:pt x="384" y="43"/>
                      <a:pt x="304" y="0"/>
                      <a:pt x="238" y="0"/>
                    </a:cubicBezTo>
                    <a:cubicBezTo>
                      <a:pt x="115" y="0"/>
                      <a:pt x="0" y="126"/>
                      <a:pt x="0" y="251"/>
                    </a:cubicBezTo>
                    <a:cubicBezTo>
                      <a:pt x="0" y="332"/>
                      <a:pt x="53" y="400"/>
                      <a:pt x="143" y="400"/>
                    </a:cubicBezTo>
                    <a:cubicBezTo>
                      <a:pt x="198" y="400"/>
                      <a:pt x="261" y="380"/>
                      <a:pt x="329" y="327"/>
                    </a:cubicBezTo>
                    <a:cubicBezTo>
                      <a:pt x="341" y="372"/>
                      <a:pt x="369" y="400"/>
                      <a:pt x="409" y="400"/>
                    </a:cubicBezTo>
                    <a:cubicBezTo>
                      <a:pt x="457" y="400"/>
                      <a:pt x="484" y="352"/>
                      <a:pt x="484" y="337"/>
                    </a:cubicBezTo>
                    <a:cubicBezTo>
                      <a:pt x="484" y="332"/>
                      <a:pt x="477" y="329"/>
                      <a:pt x="472" y="329"/>
                    </a:cubicBezTo>
                    <a:cubicBezTo>
                      <a:pt x="467" y="329"/>
                      <a:pt x="464" y="332"/>
                      <a:pt x="462" y="337"/>
                    </a:cubicBezTo>
                    <a:cubicBezTo>
                      <a:pt x="444" y="380"/>
                      <a:pt x="414" y="380"/>
                      <a:pt x="412" y="380"/>
                    </a:cubicBezTo>
                    <a:cubicBezTo>
                      <a:pt x="384" y="380"/>
                      <a:pt x="384" y="312"/>
                      <a:pt x="384" y="292"/>
                    </a:cubicBezTo>
                    <a:cubicBezTo>
                      <a:pt x="384" y="272"/>
                      <a:pt x="384" y="269"/>
                      <a:pt x="394" y="259"/>
                    </a:cubicBezTo>
                    <a:cubicBezTo>
                      <a:pt x="477" y="156"/>
                      <a:pt x="461" y="122"/>
                      <a:pt x="495" y="53"/>
                    </a:cubicBezTo>
                    <a:cubicBezTo>
                      <a:pt x="495" y="50"/>
                      <a:pt x="495" y="43"/>
                      <a:pt x="484" y="43"/>
                    </a:cubicBezTo>
                    <a:cubicBezTo>
                      <a:pt x="474" y="43"/>
                      <a:pt x="474" y="45"/>
                      <a:pt x="472" y="63"/>
                    </a:cubicBezTo>
                    <a:cubicBezTo>
                      <a:pt x="454" y="118"/>
                      <a:pt x="427" y="184"/>
                      <a:pt x="384" y="236"/>
                    </a:cubicBezTo>
                    <a:cubicBezTo>
                      <a:pt x="384" y="218"/>
                      <a:pt x="384" y="200"/>
                      <a:pt x="384" y="181"/>
                    </a:cubicBezTo>
                    <a:moveTo>
                      <a:pt x="326" y="302"/>
                    </a:moveTo>
                    <a:cubicBezTo>
                      <a:pt x="248" y="369"/>
                      <a:pt x="181" y="380"/>
                      <a:pt x="145" y="380"/>
                    </a:cubicBezTo>
                    <a:cubicBezTo>
                      <a:pt x="93" y="380"/>
                      <a:pt x="65" y="342"/>
                      <a:pt x="65" y="284"/>
                    </a:cubicBezTo>
                    <a:cubicBezTo>
                      <a:pt x="65" y="241"/>
                      <a:pt x="88" y="146"/>
                      <a:pt x="115" y="101"/>
                    </a:cubicBezTo>
                    <a:cubicBezTo>
                      <a:pt x="158" y="38"/>
                      <a:pt x="206" y="20"/>
                      <a:pt x="236" y="20"/>
                    </a:cubicBezTo>
                    <a:cubicBezTo>
                      <a:pt x="324" y="20"/>
                      <a:pt x="324" y="136"/>
                      <a:pt x="324" y="204"/>
                    </a:cubicBezTo>
                    <a:cubicBezTo>
                      <a:pt x="324" y="236"/>
                      <a:pt x="324" y="287"/>
                      <a:pt x="326" y="30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93" name="CustomShape 53"/>
              <p:cNvSpPr/>
              <p:nvPr/>
            </p:nvSpPr>
            <p:spPr>
              <a:xfrm>
                <a:off x="9969480" y="2652480"/>
                <a:ext cx="35640" cy="93600"/>
              </a:xfrm>
              <a:custGeom>
                <a:avLst/>
                <a:gdLst/>
                <a:ahLst/>
                <a:rect l="l" t="t" r="r" b="b"/>
                <a:pathLst>
                  <a:path w="103" h="264">
                    <a:moveTo>
                      <a:pt x="102" y="93"/>
                    </a:moveTo>
                    <a:cubicBezTo>
                      <a:pt x="102" y="35"/>
                      <a:pt x="80" y="0"/>
                      <a:pt x="47" y="0"/>
                    </a:cubicBezTo>
                    <a:cubicBezTo>
                      <a:pt x="17" y="0"/>
                      <a:pt x="0" y="22"/>
                      <a:pt x="0" y="47"/>
                    </a:cubicBezTo>
                    <a:cubicBezTo>
                      <a:pt x="0" y="70"/>
                      <a:pt x="17" y="93"/>
                      <a:pt x="47" y="93"/>
                    </a:cubicBezTo>
                    <a:cubicBezTo>
                      <a:pt x="57" y="93"/>
                      <a:pt x="67" y="90"/>
                      <a:pt x="77" y="83"/>
                    </a:cubicBezTo>
                    <a:cubicBezTo>
                      <a:pt x="80" y="80"/>
                      <a:pt x="80" y="80"/>
                      <a:pt x="82" y="80"/>
                    </a:cubicBezTo>
                    <a:cubicBezTo>
                      <a:pt x="82" y="84"/>
                      <a:pt x="82" y="80"/>
                      <a:pt x="82" y="93"/>
                    </a:cubicBezTo>
                    <a:cubicBezTo>
                      <a:pt x="82" y="158"/>
                      <a:pt x="52" y="211"/>
                      <a:pt x="22" y="238"/>
                    </a:cubicBezTo>
                    <a:cubicBezTo>
                      <a:pt x="15" y="248"/>
                      <a:pt x="15" y="251"/>
                      <a:pt x="15" y="253"/>
                    </a:cubicBezTo>
                    <a:cubicBezTo>
                      <a:pt x="15" y="258"/>
                      <a:pt x="17" y="263"/>
                      <a:pt x="22" y="263"/>
                    </a:cubicBezTo>
                    <a:cubicBezTo>
                      <a:pt x="32" y="263"/>
                      <a:pt x="102" y="196"/>
                      <a:pt x="102" y="9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94" name="CustomShape 54"/>
              <p:cNvSpPr/>
              <p:nvPr/>
            </p:nvSpPr>
            <p:spPr>
              <a:xfrm>
                <a:off x="10092240" y="2462400"/>
                <a:ext cx="172440" cy="283680"/>
              </a:xfrm>
              <a:custGeom>
                <a:avLst/>
                <a:gdLst/>
                <a:ahLst/>
                <a:rect l="l" t="t" r="r" b="b"/>
                <a:pathLst>
                  <a:path w="483" h="792">
                    <a:moveTo>
                      <a:pt x="482" y="121"/>
                    </a:moveTo>
                    <a:cubicBezTo>
                      <a:pt x="482" y="53"/>
                      <a:pt x="434" y="0"/>
                      <a:pt x="362" y="0"/>
                    </a:cubicBezTo>
                    <a:cubicBezTo>
                      <a:pt x="311" y="0"/>
                      <a:pt x="286" y="13"/>
                      <a:pt x="256" y="35"/>
                    </a:cubicBezTo>
                    <a:cubicBezTo>
                      <a:pt x="206" y="71"/>
                      <a:pt x="158" y="156"/>
                      <a:pt x="141" y="224"/>
                    </a:cubicBezTo>
                    <a:cubicBezTo>
                      <a:pt x="94" y="410"/>
                      <a:pt x="47" y="597"/>
                      <a:pt x="0" y="784"/>
                    </a:cubicBezTo>
                    <a:cubicBezTo>
                      <a:pt x="0" y="786"/>
                      <a:pt x="6" y="791"/>
                      <a:pt x="13" y="791"/>
                    </a:cubicBezTo>
                    <a:cubicBezTo>
                      <a:pt x="19" y="791"/>
                      <a:pt x="23" y="789"/>
                      <a:pt x="23" y="786"/>
                    </a:cubicBezTo>
                    <a:cubicBezTo>
                      <a:pt x="43" y="706"/>
                      <a:pt x="63" y="626"/>
                      <a:pt x="83" y="545"/>
                    </a:cubicBezTo>
                    <a:cubicBezTo>
                      <a:pt x="101" y="598"/>
                      <a:pt x="139" y="631"/>
                      <a:pt x="203" y="631"/>
                    </a:cubicBezTo>
                    <a:cubicBezTo>
                      <a:pt x="267" y="631"/>
                      <a:pt x="334" y="598"/>
                      <a:pt x="374" y="560"/>
                    </a:cubicBezTo>
                    <a:cubicBezTo>
                      <a:pt x="417" y="520"/>
                      <a:pt x="445" y="462"/>
                      <a:pt x="445" y="397"/>
                    </a:cubicBezTo>
                    <a:cubicBezTo>
                      <a:pt x="445" y="334"/>
                      <a:pt x="412" y="289"/>
                      <a:pt x="382" y="266"/>
                    </a:cubicBezTo>
                    <a:cubicBezTo>
                      <a:pt x="432" y="239"/>
                      <a:pt x="482" y="184"/>
                      <a:pt x="482" y="121"/>
                    </a:cubicBezTo>
                    <a:moveTo>
                      <a:pt x="324" y="266"/>
                    </a:moveTo>
                    <a:cubicBezTo>
                      <a:pt x="311" y="271"/>
                      <a:pt x="301" y="271"/>
                      <a:pt x="281" y="271"/>
                    </a:cubicBezTo>
                    <a:cubicBezTo>
                      <a:pt x="269" y="271"/>
                      <a:pt x="251" y="274"/>
                      <a:pt x="241" y="269"/>
                    </a:cubicBezTo>
                    <a:cubicBezTo>
                      <a:pt x="244" y="259"/>
                      <a:pt x="276" y="261"/>
                      <a:pt x="286" y="261"/>
                    </a:cubicBezTo>
                    <a:cubicBezTo>
                      <a:pt x="304" y="261"/>
                      <a:pt x="311" y="261"/>
                      <a:pt x="324" y="266"/>
                    </a:cubicBezTo>
                    <a:moveTo>
                      <a:pt x="432" y="101"/>
                    </a:moveTo>
                    <a:cubicBezTo>
                      <a:pt x="432" y="161"/>
                      <a:pt x="399" y="224"/>
                      <a:pt x="354" y="251"/>
                    </a:cubicBezTo>
                    <a:cubicBezTo>
                      <a:pt x="329" y="244"/>
                      <a:pt x="311" y="241"/>
                      <a:pt x="286" y="241"/>
                    </a:cubicBezTo>
                    <a:cubicBezTo>
                      <a:pt x="266" y="241"/>
                      <a:pt x="219" y="241"/>
                      <a:pt x="219" y="269"/>
                    </a:cubicBezTo>
                    <a:cubicBezTo>
                      <a:pt x="216" y="294"/>
                      <a:pt x="261" y="292"/>
                      <a:pt x="279" y="292"/>
                    </a:cubicBezTo>
                    <a:cubicBezTo>
                      <a:pt x="311" y="292"/>
                      <a:pt x="324" y="292"/>
                      <a:pt x="352" y="279"/>
                    </a:cubicBezTo>
                    <a:cubicBezTo>
                      <a:pt x="384" y="312"/>
                      <a:pt x="389" y="339"/>
                      <a:pt x="389" y="379"/>
                    </a:cubicBezTo>
                    <a:cubicBezTo>
                      <a:pt x="392" y="430"/>
                      <a:pt x="369" y="497"/>
                      <a:pt x="344" y="530"/>
                    </a:cubicBezTo>
                    <a:cubicBezTo>
                      <a:pt x="311" y="578"/>
                      <a:pt x="251" y="611"/>
                      <a:pt x="201" y="611"/>
                    </a:cubicBezTo>
                    <a:cubicBezTo>
                      <a:pt x="133" y="611"/>
                      <a:pt x="101" y="560"/>
                      <a:pt x="101" y="497"/>
                    </a:cubicBezTo>
                    <a:cubicBezTo>
                      <a:pt x="101" y="487"/>
                      <a:pt x="101" y="475"/>
                      <a:pt x="106" y="457"/>
                    </a:cubicBezTo>
                    <a:cubicBezTo>
                      <a:pt x="124" y="384"/>
                      <a:pt x="142" y="310"/>
                      <a:pt x="161" y="236"/>
                    </a:cubicBezTo>
                    <a:cubicBezTo>
                      <a:pt x="181" y="158"/>
                      <a:pt x="244" y="20"/>
                      <a:pt x="352" y="20"/>
                    </a:cubicBezTo>
                    <a:cubicBezTo>
                      <a:pt x="402" y="20"/>
                      <a:pt x="432" y="48"/>
                      <a:pt x="432" y="101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95" name="CustomShape 55"/>
              <p:cNvSpPr/>
              <p:nvPr/>
            </p:nvSpPr>
            <p:spPr>
              <a:xfrm>
                <a:off x="10297440" y="2448000"/>
                <a:ext cx="73080" cy="316440"/>
              </a:xfrm>
              <a:custGeom>
                <a:avLst/>
                <a:gdLst/>
                <a:ahLst/>
                <a:rect l="l" t="t" r="r" b="b"/>
                <a:pathLst>
                  <a:path w="207" h="883">
                    <a:moveTo>
                      <a:pt x="206" y="440"/>
                    </a:moveTo>
                    <a:cubicBezTo>
                      <a:pt x="206" y="372"/>
                      <a:pt x="196" y="266"/>
                      <a:pt x="148" y="166"/>
                    </a:cubicBezTo>
                    <a:cubicBezTo>
                      <a:pt x="93" y="58"/>
                      <a:pt x="18" y="0"/>
                      <a:pt x="10" y="0"/>
                    </a:cubicBezTo>
                    <a:cubicBezTo>
                      <a:pt x="5" y="0"/>
                      <a:pt x="0" y="5"/>
                      <a:pt x="0" y="10"/>
                    </a:cubicBezTo>
                    <a:cubicBezTo>
                      <a:pt x="0" y="13"/>
                      <a:pt x="0" y="13"/>
                      <a:pt x="18" y="30"/>
                    </a:cubicBezTo>
                    <a:cubicBezTo>
                      <a:pt x="103" y="116"/>
                      <a:pt x="153" y="256"/>
                      <a:pt x="153" y="440"/>
                    </a:cubicBezTo>
                    <a:cubicBezTo>
                      <a:pt x="153" y="590"/>
                      <a:pt x="121" y="746"/>
                      <a:pt x="13" y="856"/>
                    </a:cubicBezTo>
                    <a:cubicBezTo>
                      <a:pt x="0" y="869"/>
                      <a:pt x="0" y="869"/>
                      <a:pt x="0" y="872"/>
                    </a:cubicBezTo>
                    <a:cubicBezTo>
                      <a:pt x="0" y="877"/>
                      <a:pt x="5" y="882"/>
                      <a:pt x="10" y="882"/>
                    </a:cubicBezTo>
                    <a:cubicBezTo>
                      <a:pt x="18" y="882"/>
                      <a:pt x="98" y="821"/>
                      <a:pt x="151" y="708"/>
                    </a:cubicBezTo>
                    <a:cubicBezTo>
                      <a:pt x="196" y="613"/>
                      <a:pt x="206" y="515"/>
                      <a:pt x="206" y="44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296" name="CustomShape 56"/>
          <p:cNvSpPr/>
          <p:nvPr/>
        </p:nvSpPr>
        <p:spPr>
          <a:xfrm>
            <a:off x="838080" y="3852000"/>
            <a:ext cx="10512000" cy="165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In practice, we usually take the logarithm of the likelihood, because it transform the product into a sum; we call this the 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log-likelihood function</a:t>
            </a:r>
            <a:endParaRPr b="0" lang="en-GB" sz="2200" spc="-1" strike="noStrike">
              <a:latin typeface="Arial"/>
            </a:endParaRPr>
          </a:p>
        </p:txBody>
      </p:sp>
      <p:grpSp>
        <p:nvGrpSpPr>
          <p:cNvPr id="297" name="Group 57"/>
          <p:cNvGrpSpPr/>
          <p:nvPr/>
        </p:nvGrpSpPr>
        <p:grpSpPr>
          <a:xfrm>
            <a:off x="680400" y="4838760"/>
            <a:ext cx="10535760" cy="287640"/>
            <a:chOff x="680400" y="4838760"/>
            <a:chExt cx="10535760" cy="287640"/>
          </a:xfrm>
        </p:grpSpPr>
        <p:grpSp>
          <p:nvGrpSpPr>
            <p:cNvPr id="298" name="Group 58"/>
            <p:cNvGrpSpPr/>
            <p:nvPr/>
          </p:nvGrpSpPr>
          <p:grpSpPr>
            <a:xfrm>
              <a:off x="680400" y="4838760"/>
              <a:ext cx="10535760" cy="287640"/>
              <a:chOff x="680400" y="4838760"/>
              <a:chExt cx="10535760" cy="287640"/>
            </a:xfrm>
          </p:grpSpPr>
          <p:sp>
            <p:nvSpPr>
              <p:cNvPr id="299" name="CustomShape 59"/>
              <p:cNvSpPr/>
              <p:nvPr/>
            </p:nvSpPr>
            <p:spPr>
              <a:xfrm>
                <a:off x="686160" y="4853520"/>
                <a:ext cx="10515240" cy="258120"/>
              </a:xfrm>
              <a:custGeom>
                <a:avLst/>
                <a:gdLst/>
                <a:ahLst/>
                <a:rect l="l" t="t" r="r" b="b"/>
                <a:pathLst>
                  <a:path w="29213" h="721">
                    <a:moveTo>
                      <a:pt x="14607" y="720"/>
                    </a:moveTo>
                    <a:cubicBezTo>
                      <a:pt x="9738" y="720"/>
                      <a:pt x="4869" y="720"/>
                      <a:pt x="0" y="720"/>
                    </a:cubicBezTo>
                    <a:cubicBezTo>
                      <a:pt x="0" y="480"/>
                      <a:pt x="0" y="240"/>
                      <a:pt x="0" y="0"/>
                    </a:cubicBezTo>
                    <a:cubicBezTo>
                      <a:pt x="9737" y="0"/>
                      <a:pt x="19475" y="0"/>
                      <a:pt x="29212" y="0"/>
                    </a:cubicBezTo>
                    <a:cubicBezTo>
                      <a:pt x="29212" y="240"/>
                      <a:pt x="29212" y="480"/>
                      <a:pt x="29212" y="720"/>
                    </a:cubicBezTo>
                    <a:cubicBezTo>
                      <a:pt x="24344" y="720"/>
                      <a:pt x="19475" y="720"/>
                      <a:pt x="14607" y="7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0" name="CustomShape 60"/>
              <p:cNvSpPr/>
              <p:nvPr/>
            </p:nvSpPr>
            <p:spPr>
              <a:xfrm>
                <a:off x="680400" y="4851720"/>
                <a:ext cx="179640" cy="208800"/>
              </a:xfrm>
              <a:custGeom>
                <a:avLst/>
                <a:gdLst/>
                <a:ahLst/>
                <a:rect l="l" t="t" r="r" b="b"/>
                <a:pathLst>
                  <a:path w="503" h="584">
                    <a:moveTo>
                      <a:pt x="119" y="492"/>
                    </a:moveTo>
                    <a:cubicBezTo>
                      <a:pt x="163" y="423"/>
                      <a:pt x="176" y="373"/>
                      <a:pt x="188" y="330"/>
                    </a:cubicBezTo>
                    <a:cubicBezTo>
                      <a:pt x="215" y="220"/>
                      <a:pt x="247" y="124"/>
                      <a:pt x="296" y="67"/>
                    </a:cubicBezTo>
                    <a:cubicBezTo>
                      <a:pt x="307" y="58"/>
                      <a:pt x="312" y="51"/>
                      <a:pt x="339" y="51"/>
                    </a:cubicBezTo>
                    <a:cubicBezTo>
                      <a:pt x="394" y="51"/>
                      <a:pt x="396" y="106"/>
                      <a:pt x="396" y="117"/>
                    </a:cubicBezTo>
                    <a:cubicBezTo>
                      <a:pt x="396" y="131"/>
                      <a:pt x="392" y="142"/>
                      <a:pt x="392" y="147"/>
                    </a:cubicBezTo>
                    <a:cubicBezTo>
                      <a:pt x="392" y="151"/>
                      <a:pt x="395" y="150"/>
                      <a:pt x="396" y="151"/>
                    </a:cubicBezTo>
                    <a:cubicBezTo>
                      <a:pt x="410" y="151"/>
                      <a:pt x="431" y="142"/>
                      <a:pt x="451" y="128"/>
                    </a:cubicBezTo>
                    <a:cubicBezTo>
                      <a:pt x="467" y="117"/>
                      <a:pt x="474" y="110"/>
                      <a:pt x="474" y="76"/>
                    </a:cubicBezTo>
                    <a:cubicBezTo>
                      <a:pt x="474" y="32"/>
                      <a:pt x="451" y="0"/>
                      <a:pt x="405" y="0"/>
                    </a:cubicBezTo>
                    <a:cubicBezTo>
                      <a:pt x="380" y="0"/>
                      <a:pt x="309" y="7"/>
                      <a:pt x="231" y="85"/>
                    </a:cubicBezTo>
                    <a:cubicBezTo>
                      <a:pt x="167" y="151"/>
                      <a:pt x="128" y="295"/>
                      <a:pt x="112" y="357"/>
                    </a:cubicBezTo>
                    <a:cubicBezTo>
                      <a:pt x="99" y="412"/>
                      <a:pt x="92" y="437"/>
                      <a:pt x="69" y="485"/>
                    </a:cubicBezTo>
                    <a:cubicBezTo>
                      <a:pt x="62" y="494"/>
                      <a:pt x="41" y="528"/>
                      <a:pt x="30" y="540"/>
                    </a:cubicBezTo>
                    <a:cubicBezTo>
                      <a:pt x="9" y="560"/>
                      <a:pt x="0" y="574"/>
                      <a:pt x="0" y="579"/>
                    </a:cubicBezTo>
                    <a:cubicBezTo>
                      <a:pt x="2" y="580"/>
                      <a:pt x="2" y="583"/>
                      <a:pt x="7" y="583"/>
                    </a:cubicBezTo>
                    <a:cubicBezTo>
                      <a:pt x="11" y="583"/>
                      <a:pt x="27" y="579"/>
                      <a:pt x="48" y="567"/>
                    </a:cubicBezTo>
                    <a:cubicBezTo>
                      <a:pt x="62" y="558"/>
                      <a:pt x="64" y="556"/>
                      <a:pt x="82" y="537"/>
                    </a:cubicBezTo>
                    <a:cubicBezTo>
                      <a:pt x="124" y="537"/>
                      <a:pt x="151" y="544"/>
                      <a:pt x="202" y="560"/>
                    </a:cubicBezTo>
                    <a:cubicBezTo>
                      <a:pt x="243" y="572"/>
                      <a:pt x="284" y="583"/>
                      <a:pt x="325" y="583"/>
                    </a:cubicBezTo>
                    <a:cubicBezTo>
                      <a:pt x="389" y="583"/>
                      <a:pt x="456" y="533"/>
                      <a:pt x="481" y="499"/>
                    </a:cubicBezTo>
                    <a:cubicBezTo>
                      <a:pt x="497" y="478"/>
                      <a:pt x="502" y="457"/>
                      <a:pt x="502" y="455"/>
                    </a:cubicBezTo>
                    <a:cubicBezTo>
                      <a:pt x="502" y="448"/>
                      <a:pt x="499" y="451"/>
                      <a:pt x="497" y="448"/>
                    </a:cubicBezTo>
                    <a:cubicBezTo>
                      <a:pt x="483" y="448"/>
                      <a:pt x="465" y="457"/>
                      <a:pt x="451" y="467"/>
                    </a:cubicBezTo>
                    <a:cubicBezTo>
                      <a:pt x="428" y="480"/>
                      <a:pt x="428" y="485"/>
                      <a:pt x="424" y="499"/>
                    </a:cubicBezTo>
                    <a:cubicBezTo>
                      <a:pt x="419" y="512"/>
                      <a:pt x="415" y="519"/>
                      <a:pt x="410" y="524"/>
                    </a:cubicBezTo>
                    <a:cubicBezTo>
                      <a:pt x="405" y="533"/>
                      <a:pt x="403" y="533"/>
                      <a:pt x="392" y="533"/>
                    </a:cubicBezTo>
                    <a:cubicBezTo>
                      <a:pt x="353" y="533"/>
                      <a:pt x="312" y="521"/>
                      <a:pt x="259" y="508"/>
                    </a:cubicBezTo>
                    <a:cubicBezTo>
                      <a:pt x="236" y="501"/>
                      <a:pt x="192" y="487"/>
                      <a:pt x="153" y="487"/>
                    </a:cubicBezTo>
                    <a:cubicBezTo>
                      <a:pt x="142" y="487"/>
                      <a:pt x="131" y="487"/>
                      <a:pt x="119" y="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1" name="CustomShape 61"/>
              <p:cNvSpPr/>
              <p:nvPr/>
            </p:nvSpPr>
            <p:spPr>
              <a:xfrm>
                <a:off x="899640" y="4838760"/>
                <a:ext cx="66600" cy="287640"/>
              </a:xfrm>
              <a:custGeom>
                <a:avLst/>
                <a:gdLst/>
                <a:ahLst/>
                <a:rect l="l" t="t" r="r" b="b"/>
                <a:pathLst>
                  <a:path w="189" h="803">
                    <a:moveTo>
                      <a:pt x="188" y="793"/>
                    </a:moveTo>
                    <a:cubicBezTo>
                      <a:pt x="188" y="791"/>
                      <a:pt x="188" y="791"/>
                      <a:pt x="174" y="777"/>
                    </a:cubicBezTo>
                    <a:cubicBezTo>
                      <a:pt x="74" y="674"/>
                      <a:pt x="48" y="523"/>
                      <a:pt x="48" y="400"/>
                    </a:cubicBezTo>
                    <a:cubicBezTo>
                      <a:pt x="48" y="260"/>
                      <a:pt x="78" y="121"/>
                      <a:pt x="177" y="23"/>
                    </a:cubicBezTo>
                    <a:cubicBezTo>
                      <a:pt x="188" y="11"/>
                      <a:pt x="188" y="11"/>
                      <a:pt x="188" y="9"/>
                    </a:cubicBezTo>
                    <a:cubicBezTo>
                      <a:pt x="188" y="2"/>
                      <a:pt x="186" y="0"/>
                      <a:pt x="179" y="0"/>
                    </a:cubicBezTo>
                    <a:cubicBezTo>
                      <a:pt x="172" y="0"/>
                      <a:pt x="99" y="55"/>
                      <a:pt x="53" y="158"/>
                    </a:cubicBezTo>
                    <a:cubicBezTo>
                      <a:pt x="12" y="244"/>
                      <a:pt x="0" y="334"/>
                      <a:pt x="0" y="400"/>
                    </a:cubicBezTo>
                    <a:cubicBezTo>
                      <a:pt x="0" y="464"/>
                      <a:pt x="10" y="560"/>
                      <a:pt x="55" y="651"/>
                    </a:cubicBezTo>
                    <a:cubicBezTo>
                      <a:pt x="103" y="749"/>
                      <a:pt x="172" y="802"/>
                      <a:pt x="179" y="802"/>
                    </a:cubicBezTo>
                    <a:cubicBezTo>
                      <a:pt x="186" y="802"/>
                      <a:pt x="188" y="800"/>
                      <a:pt x="188" y="79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2" name="CustomShape 62"/>
              <p:cNvSpPr/>
              <p:nvPr/>
            </p:nvSpPr>
            <p:spPr>
              <a:xfrm>
                <a:off x="992160" y="4927680"/>
                <a:ext cx="133200" cy="185400"/>
              </a:xfrm>
              <a:custGeom>
                <a:avLst/>
                <a:gdLst/>
                <a:ahLst/>
                <a:rect l="l" t="t" r="r" b="b"/>
                <a:pathLst>
                  <a:path w="374" h="519">
                    <a:moveTo>
                      <a:pt x="369" y="50"/>
                    </a:moveTo>
                    <a:cubicBezTo>
                      <a:pt x="373" y="39"/>
                      <a:pt x="373" y="36"/>
                      <a:pt x="373" y="32"/>
                    </a:cubicBezTo>
                    <a:cubicBezTo>
                      <a:pt x="373" y="16"/>
                      <a:pt x="362" y="9"/>
                      <a:pt x="348" y="9"/>
                    </a:cubicBezTo>
                    <a:cubicBezTo>
                      <a:pt x="341" y="9"/>
                      <a:pt x="328" y="13"/>
                      <a:pt x="321" y="25"/>
                    </a:cubicBezTo>
                    <a:cubicBezTo>
                      <a:pt x="318" y="29"/>
                      <a:pt x="314" y="55"/>
                      <a:pt x="309" y="68"/>
                    </a:cubicBezTo>
                    <a:cubicBezTo>
                      <a:pt x="305" y="89"/>
                      <a:pt x="298" y="112"/>
                      <a:pt x="293" y="132"/>
                    </a:cubicBezTo>
                    <a:cubicBezTo>
                      <a:pt x="281" y="180"/>
                      <a:pt x="269" y="228"/>
                      <a:pt x="257" y="276"/>
                    </a:cubicBezTo>
                    <a:cubicBezTo>
                      <a:pt x="254" y="290"/>
                      <a:pt x="220" y="345"/>
                      <a:pt x="167" y="345"/>
                    </a:cubicBezTo>
                    <a:cubicBezTo>
                      <a:pt x="126" y="345"/>
                      <a:pt x="117" y="310"/>
                      <a:pt x="117" y="281"/>
                    </a:cubicBezTo>
                    <a:cubicBezTo>
                      <a:pt x="117" y="244"/>
                      <a:pt x="131" y="194"/>
                      <a:pt x="158" y="123"/>
                    </a:cubicBezTo>
                    <a:cubicBezTo>
                      <a:pt x="169" y="91"/>
                      <a:pt x="174" y="82"/>
                      <a:pt x="174" y="66"/>
                    </a:cubicBezTo>
                    <a:cubicBezTo>
                      <a:pt x="174" y="29"/>
                      <a:pt x="147" y="0"/>
                      <a:pt x="108" y="0"/>
                    </a:cubicBezTo>
                    <a:cubicBezTo>
                      <a:pt x="30" y="0"/>
                      <a:pt x="0" y="116"/>
                      <a:pt x="0" y="123"/>
                    </a:cubicBezTo>
                    <a:cubicBezTo>
                      <a:pt x="0" y="132"/>
                      <a:pt x="9" y="132"/>
                      <a:pt x="11" y="132"/>
                    </a:cubicBezTo>
                    <a:cubicBezTo>
                      <a:pt x="18" y="132"/>
                      <a:pt x="21" y="130"/>
                      <a:pt x="23" y="116"/>
                    </a:cubicBezTo>
                    <a:cubicBezTo>
                      <a:pt x="46" y="41"/>
                      <a:pt x="78" y="18"/>
                      <a:pt x="105" y="18"/>
                    </a:cubicBezTo>
                    <a:cubicBezTo>
                      <a:pt x="112" y="18"/>
                      <a:pt x="126" y="18"/>
                      <a:pt x="126" y="43"/>
                    </a:cubicBezTo>
                    <a:cubicBezTo>
                      <a:pt x="126" y="64"/>
                      <a:pt x="117" y="84"/>
                      <a:pt x="112" y="100"/>
                    </a:cubicBezTo>
                    <a:cubicBezTo>
                      <a:pt x="80" y="185"/>
                      <a:pt x="64" y="230"/>
                      <a:pt x="64" y="267"/>
                    </a:cubicBezTo>
                    <a:cubicBezTo>
                      <a:pt x="64" y="338"/>
                      <a:pt x="115" y="363"/>
                      <a:pt x="163" y="363"/>
                    </a:cubicBezTo>
                    <a:cubicBezTo>
                      <a:pt x="195" y="363"/>
                      <a:pt x="222" y="349"/>
                      <a:pt x="245" y="326"/>
                    </a:cubicBezTo>
                    <a:cubicBezTo>
                      <a:pt x="234" y="368"/>
                      <a:pt x="224" y="409"/>
                      <a:pt x="192" y="450"/>
                    </a:cubicBezTo>
                    <a:cubicBezTo>
                      <a:pt x="172" y="477"/>
                      <a:pt x="140" y="500"/>
                      <a:pt x="103" y="500"/>
                    </a:cubicBezTo>
                    <a:cubicBezTo>
                      <a:pt x="92" y="500"/>
                      <a:pt x="55" y="498"/>
                      <a:pt x="41" y="468"/>
                    </a:cubicBezTo>
                    <a:cubicBezTo>
                      <a:pt x="55" y="468"/>
                      <a:pt x="66" y="468"/>
                      <a:pt x="78" y="457"/>
                    </a:cubicBezTo>
                    <a:cubicBezTo>
                      <a:pt x="85" y="450"/>
                      <a:pt x="94" y="441"/>
                      <a:pt x="94" y="425"/>
                    </a:cubicBezTo>
                    <a:cubicBezTo>
                      <a:pt x="94" y="400"/>
                      <a:pt x="71" y="397"/>
                      <a:pt x="64" y="397"/>
                    </a:cubicBezTo>
                    <a:cubicBezTo>
                      <a:pt x="43" y="397"/>
                      <a:pt x="18" y="409"/>
                      <a:pt x="18" y="450"/>
                    </a:cubicBezTo>
                    <a:cubicBezTo>
                      <a:pt x="18" y="489"/>
                      <a:pt x="53" y="518"/>
                      <a:pt x="103" y="518"/>
                    </a:cubicBezTo>
                    <a:cubicBezTo>
                      <a:pt x="186" y="518"/>
                      <a:pt x="270" y="445"/>
                      <a:pt x="291" y="356"/>
                    </a:cubicBezTo>
                    <a:cubicBezTo>
                      <a:pt x="317" y="254"/>
                      <a:pt x="343" y="152"/>
                      <a:pt x="369" y="5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3" name="CustomShape 63"/>
              <p:cNvSpPr/>
              <p:nvPr/>
            </p:nvSpPr>
            <p:spPr>
              <a:xfrm>
                <a:off x="1148040" y="4964760"/>
                <a:ext cx="73080" cy="132840"/>
              </a:xfrm>
              <a:custGeom>
                <a:avLst/>
                <a:gdLst/>
                <a:ahLst/>
                <a:rect l="l" t="t" r="r" b="b"/>
                <a:pathLst>
                  <a:path w="207" h="373">
                    <a:moveTo>
                      <a:pt x="128" y="16"/>
                    </a:moveTo>
                    <a:cubicBezTo>
                      <a:pt x="128" y="0"/>
                      <a:pt x="128" y="0"/>
                      <a:pt x="112" y="0"/>
                    </a:cubicBezTo>
                    <a:cubicBezTo>
                      <a:pt x="76" y="34"/>
                      <a:pt x="25" y="34"/>
                      <a:pt x="0" y="34"/>
                    </a:cubicBezTo>
                    <a:cubicBezTo>
                      <a:pt x="0" y="41"/>
                      <a:pt x="0" y="48"/>
                      <a:pt x="0" y="54"/>
                    </a:cubicBezTo>
                    <a:cubicBezTo>
                      <a:pt x="14" y="54"/>
                      <a:pt x="53" y="54"/>
                      <a:pt x="82" y="38"/>
                    </a:cubicBezTo>
                    <a:cubicBezTo>
                      <a:pt x="82" y="134"/>
                      <a:pt x="82" y="230"/>
                      <a:pt x="82" y="326"/>
                    </a:cubicBezTo>
                    <a:cubicBezTo>
                      <a:pt x="82" y="345"/>
                      <a:pt x="82" y="351"/>
                      <a:pt x="25" y="351"/>
                    </a:cubicBezTo>
                    <a:cubicBezTo>
                      <a:pt x="18" y="351"/>
                      <a:pt x="11" y="351"/>
                      <a:pt x="5" y="351"/>
                    </a:cubicBezTo>
                    <a:cubicBezTo>
                      <a:pt x="5" y="358"/>
                      <a:pt x="5" y="365"/>
                      <a:pt x="5" y="372"/>
                    </a:cubicBezTo>
                    <a:cubicBezTo>
                      <a:pt x="16" y="370"/>
                      <a:pt x="85" y="370"/>
                      <a:pt x="105" y="370"/>
                    </a:cubicBezTo>
                    <a:cubicBezTo>
                      <a:pt x="124" y="370"/>
                      <a:pt x="195" y="370"/>
                      <a:pt x="206" y="372"/>
                    </a:cubicBezTo>
                    <a:cubicBezTo>
                      <a:pt x="206" y="365"/>
                      <a:pt x="206" y="358"/>
                      <a:pt x="206" y="351"/>
                    </a:cubicBezTo>
                    <a:cubicBezTo>
                      <a:pt x="199" y="351"/>
                      <a:pt x="192" y="351"/>
                      <a:pt x="186" y="351"/>
                    </a:cubicBezTo>
                    <a:cubicBezTo>
                      <a:pt x="128" y="351"/>
                      <a:pt x="128" y="345"/>
                      <a:pt x="128" y="326"/>
                    </a:cubicBezTo>
                    <a:cubicBezTo>
                      <a:pt x="128" y="223"/>
                      <a:pt x="128" y="119"/>
                      <a:pt x="128" y="16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4" name="CustomShape 64"/>
              <p:cNvSpPr/>
              <p:nvPr/>
            </p:nvSpPr>
            <p:spPr>
              <a:xfrm>
                <a:off x="1280880" y="5024520"/>
                <a:ext cx="33480" cy="85320"/>
              </a:xfrm>
              <a:custGeom>
                <a:avLst/>
                <a:gdLst/>
                <a:ahLst/>
                <a:rect l="l" t="t" r="r" b="b"/>
                <a:pathLst>
                  <a:path w="97" h="241">
                    <a:moveTo>
                      <a:pt x="96" y="85"/>
                    </a:moveTo>
                    <a:cubicBezTo>
                      <a:pt x="96" y="32"/>
                      <a:pt x="75" y="0"/>
                      <a:pt x="43" y="0"/>
                    </a:cubicBezTo>
                    <a:cubicBezTo>
                      <a:pt x="18" y="0"/>
                      <a:pt x="0" y="21"/>
                      <a:pt x="0" y="44"/>
                    </a:cubicBezTo>
                    <a:cubicBezTo>
                      <a:pt x="0" y="64"/>
                      <a:pt x="18" y="85"/>
                      <a:pt x="43" y="85"/>
                    </a:cubicBezTo>
                    <a:cubicBezTo>
                      <a:pt x="52" y="85"/>
                      <a:pt x="64" y="83"/>
                      <a:pt x="71" y="76"/>
                    </a:cubicBezTo>
                    <a:cubicBezTo>
                      <a:pt x="73" y="73"/>
                      <a:pt x="74" y="74"/>
                      <a:pt x="75" y="73"/>
                    </a:cubicBezTo>
                    <a:cubicBezTo>
                      <a:pt x="78" y="73"/>
                      <a:pt x="78" y="73"/>
                      <a:pt x="78" y="85"/>
                    </a:cubicBezTo>
                    <a:cubicBezTo>
                      <a:pt x="78" y="144"/>
                      <a:pt x="50" y="192"/>
                      <a:pt x="23" y="217"/>
                    </a:cubicBezTo>
                    <a:cubicBezTo>
                      <a:pt x="14" y="227"/>
                      <a:pt x="14" y="229"/>
                      <a:pt x="14" y="231"/>
                    </a:cubicBezTo>
                    <a:cubicBezTo>
                      <a:pt x="14" y="236"/>
                      <a:pt x="18" y="240"/>
                      <a:pt x="23" y="240"/>
                    </a:cubicBezTo>
                    <a:cubicBezTo>
                      <a:pt x="30" y="240"/>
                      <a:pt x="96" y="179"/>
                      <a:pt x="96" y="85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5" name="CustomShape 65"/>
              <p:cNvSpPr/>
              <p:nvPr/>
            </p:nvSpPr>
            <p:spPr>
              <a:xfrm>
                <a:off x="1393920" y="4927680"/>
                <a:ext cx="132480" cy="185400"/>
              </a:xfrm>
              <a:custGeom>
                <a:avLst/>
                <a:gdLst/>
                <a:ahLst/>
                <a:rect l="l" t="t" r="r" b="b"/>
                <a:pathLst>
                  <a:path w="372" h="519">
                    <a:moveTo>
                      <a:pt x="366" y="50"/>
                    </a:moveTo>
                    <a:cubicBezTo>
                      <a:pt x="371" y="39"/>
                      <a:pt x="371" y="36"/>
                      <a:pt x="371" y="32"/>
                    </a:cubicBezTo>
                    <a:cubicBezTo>
                      <a:pt x="371" y="16"/>
                      <a:pt x="359" y="9"/>
                      <a:pt x="346" y="9"/>
                    </a:cubicBezTo>
                    <a:cubicBezTo>
                      <a:pt x="339" y="9"/>
                      <a:pt x="325" y="13"/>
                      <a:pt x="318" y="25"/>
                    </a:cubicBezTo>
                    <a:cubicBezTo>
                      <a:pt x="316" y="29"/>
                      <a:pt x="311" y="55"/>
                      <a:pt x="307" y="68"/>
                    </a:cubicBezTo>
                    <a:cubicBezTo>
                      <a:pt x="302" y="89"/>
                      <a:pt x="295" y="112"/>
                      <a:pt x="291" y="132"/>
                    </a:cubicBezTo>
                    <a:cubicBezTo>
                      <a:pt x="278" y="180"/>
                      <a:pt x="266" y="228"/>
                      <a:pt x="254" y="276"/>
                    </a:cubicBezTo>
                    <a:cubicBezTo>
                      <a:pt x="252" y="290"/>
                      <a:pt x="217" y="345"/>
                      <a:pt x="165" y="345"/>
                    </a:cubicBezTo>
                    <a:cubicBezTo>
                      <a:pt x="123" y="345"/>
                      <a:pt x="114" y="310"/>
                      <a:pt x="114" y="281"/>
                    </a:cubicBezTo>
                    <a:cubicBezTo>
                      <a:pt x="114" y="244"/>
                      <a:pt x="128" y="194"/>
                      <a:pt x="155" y="123"/>
                    </a:cubicBezTo>
                    <a:cubicBezTo>
                      <a:pt x="167" y="91"/>
                      <a:pt x="171" y="82"/>
                      <a:pt x="171" y="66"/>
                    </a:cubicBezTo>
                    <a:cubicBezTo>
                      <a:pt x="171" y="29"/>
                      <a:pt x="146" y="0"/>
                      <a:pt x="105" y="0"/>
                    </a:cubicBezTo>
                    <a:cubicBezTo>
                      <a:pt x="29" y="0"/>
                      <a:pt x="0" y="116"/>
                      <a:pt x="0" y="123"/>
                    </a:cubicBezTo>
                    <a:cubicBezTo>
                      <a:pt x="0" y="132"/>
                      <a:pt x="7" y="132"/>
                      <a:pt x="9" y="132"/>
                    </a:cubicBezTo>
                    <a:cubicBezTo>
                      <a:pt x="16" y="132"/>
                      <a:pt x="18" y="130"/>
                      <a:pt x="23" y="116"/>
                    </a:cubicBezTo>
                    <a:cubicBezTo>
                      <a:pt x="43" y="41"/>
                      <a:pt x="75" y="18"/>
                      <a:pt x="103" y="18"/>
                    </a:cubicBezTo>
                    <a:cubicBezTo>
                      <a:pt x="110" y="18"/>
                      <a:pt x="123" y="18"/>
                      <a:pt x="123" y="43"/>
                    </a:cubicBezTo>
                    <a:cubicBezTo>
                      <a:pt x="123" y="64"/>
                      <a:pt x="114" y="84"/>
                      <a:pt x="110" y="100"/>
                    </a:cubicBezTo>
                    <a:cubicBezTo>
                      <a:pt x="78" y="185"/>
                      <a:pt x="62" y="230"/>
                      <a:pt x="62" y="267"/>
                    </a:cubicBezTo>
                    <a:cubicBezTo>
                      <a:pt x="62" y="338"/>
                      <a:pt x="114" y="363"/>
                      <a:pt x="160" y="363"/>
                    </a:cubicBezTo>
                    <a:cubicBezTo>
                      <a:pt x="192" y="363"/>
                      <a:pt x="220" y="349"/>
                      <a:pt x="242" y="326"/>
                    </a:cubicBezTo>
                    <a:cubicBezTo>
                      <a:pt x="231" y="368"/>
                      <a:pt x="222" y="409"/>
                      <a:pt x="190" y="450"/>
                    </a:cubicBezTo>
                    <a:cubicBezTo>
                      <a:pt x="169" y="477"/>
                      <a:pt x="137" y="500"/>
                      <a:pt x="100" y="500"/>
                    </a:cubicBezTo>
                    <a:cubicBezTo>
                      <a:pt x="89" y="500"/>
                      <a:pt x="55" y="498"/>
                      <a:pt x="41" y="468"/>
                    </a:cubicBezTo>
                    <a:cubicBezTo>
                      <a:pt x="52" y="468"/>
                      <a:pt x="64" y="468"/>
                      <a:pt x="75" y="457"/>
                    </a:cubicBezTo>
                    <a:cubicBezTo>
                      <a:pt x="82" y="450"/>
                      <a:pt x="91" y="441"/>
                      <a:pt x="91" y="425"/>
                    </a:cubicBezTo>
                    <a:cubicBezTo>
                      <a:pt x="91" y="400"/>
                      <a:pt x="68" y="397"/>
                      <a:pt x="62" y="397"/>
                    </a:cubicBezTo>
                    <a:cubicBezTo>
                      <a:pt x="43" y="397"/>
                      <a:pt x="16" y="409"/>
                      <a:pt x="16" y="450"/>
                    </a:cubicBezTo>
                    <a:cubicBezTo>
                      <a:pt x="16" y="489"/>
                      <a:pt x="52" y="518"/>
                      <a:pt x="100" y="518"/>
                    </a:cubicBezTo>
                    <a:cubicBezTo>
                      <a:pt x="183" y="518"/>
                      <a:pt x="268" y="445"/>
                      <a:pt x="291" y="356"/>
                    </a:cubicBezTo>
                    <a:cubicBezTo>
                      <a:pt x="316" y="254"/>
                      <a:pt x="341" y="152"/>
                      <a:pt x="366" y="5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6" name="CustomShape 66"/>
              <p:cNvSpPr/>
              <p:nvPr/>
            </p:nvSpPr>
            <p:spPr>
              <a:xfrm>
                <a:off x="1539720" y="4964760"/>
                <a:ext cx="88920" cy="132840"/>
              </a:xfrm>
              <a:custGeom>
                <a:avLst/>
                <a:gdLst/>
                <a:ahLst/>
                <a:rect l="l" t="t" r="r" b="b"/>
                <a:pathLst>
                  <a:path w="251" h="373">
                    <a:moveTo>
                      <a:pt x="250" y="269"/>
                    </a:moveTo>
                    <a:cubicBezTo>
                      <a:pt x="244" y="269"/>
                      <a:pt x="238" y="269"/>
                      <a:pt x="232" y="269"/>
                    </a:cubicBezTo>
                    <a:cubicBezTo>
                      <a:pt x="229" y="281"/>
                      <a:pt x="222" y="315"/>
                      <a:pt x="215" y="319"/>
                    </a:cubicBezTo>
                    <a:cubicBezTo>
                      <a:pt x="211" y="324"/>
                      <a:pt x="167" y="324"/>
                      <a:pt x="161" y="324"/>
                    </a:cubicBezTo>
                    <a:cubicBezTo>
                      <a:pt x="126" y="324"/>
                      <a:pt x="92" y="324"/>
                      <a:pt x="57" y="324"/>
                    </a:cubicBezTo>
                    <a:cubicBezTo>
                      <a:pt x="115" y="271"/>
                      <a:pt x="135" y="255"/>
                      <a:pt x="170" y="230"/>
                    </a:cubicBezTo>
                    <a:cubicBezTo>
                      <a:pt x="211" y="196"/>
                      <a:pt x="250" y="162"/>
                      <a:pt x="250" y="109"/>
                    </a:cubicBezTo>
                    <a:cubicBezTo>
                      <a:pt x="250" y="41"/>
                      <a:pt x="190" y="0"/>
                      <a:pt x="117" y="0"/>
                    </a:cubicBezTo>
                    <a:cubicBezTo>
                      <a:pt x="48" y="0"/>
                      <a:pt x="0" y="48"/>
                      <a:pt x="0" y="100"/>
                    </a:cubicBezTo>
                    <a:cubicBezTo>
                      <a:pt x="0" y="127"/>
                      <a:pt x="25" y="130"/>
                      <a:pt x="30" y="130"/>
                    </a:cubicBezTo>
                    <a:cubicBezTo>
                      <a:pt x="44" y="130"/>
                      <a:pt x="60" y="121"/>
                      <a:pt x="60" y="100"/>
                    </a:cubicBezTo>
                    <a:cubicBezTo>
                      <a:pt x="60" y="91"/>
                      <a:pt x="57" y="70"/>
                      <a:pt x="28" y="70"/>
                    </a:cubicBezTo>
                    <a:cubicBezTo>
                      <a:pt x="44" y="32"/>
                      <a:pt x="83" y="20"/>
                      <a:pt x="110" y="20"/>
                    </a:cubicBezTo>
                    <a:cubicBezTo>
                      <a:pt x="165" y="20"/>
                      <a:pt x="195" y="64"/>
                      <a:pt x="195" y="109"/>
                    </a:cubicBezTo>
                    <a:cubicBezTo>
                      <a:pt x="195" y="157"/>
                      <a:pt x="161" y="196"/>
                      <a:pt x="142" y="217"/>
                    </a:cubicBezTo>
                    <a:cubicBezTo>
                      <a:pt x="97" y="261"/>
                      <a:pt x="52" y="305"/>
                      <a:pt x="7" y="349"/>
                    </a:cubicBezTo>
                    <a:cubicBezTo>
                      <a:pt x="0" y="354"/>
                      <a:pt x="0" y="356"/>
                      <a:pt x="0" y="372"/>
                    </a:cubicBezTo>
                    <a:cubicBezTo>
                      <a:pt x="78" y="372"/>
                      <a:pt x="156" y="372"/>
                      <a:pt x="234" y="372"/>
                    </a:cubicBezTo>
                    <a:cubicBezTo>
                      <a:pt x="239" y="338"/>
                      <a:pt x="245" y="303"/>
                      <a:pt x="250" y="26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7" name="CustomShape 67"/>
              <p:cNvSpPr/>
              <p:nvPr/>
            </p:nvSpPr>
            <p:spPr>
              <a:xfrm>
                <a:off x="1682280" y="5024520"/>
                <a:ext cx="32760" cy="85320"/>
              </a:xfrm>
              <a:custGeom>
                <a:avLst/>
                <a:gdLst/>
                <a:ahLst/>
                <a:rect l="l" t="t" r="r" b="b"/>
                <a:pathLst>
                  <a:path w="95" h="241">
                    <a:moveTo>
                      <a:pt x="94" y="85"/>
                    </a:moveTo>
                    <a:cubicBezTo>
                      <a:pt x="94" y="32"/>
                      <a:pt x="74" y="0"/>
                      <a:pt x="42" y="0"/>
                    </a:cubicBezTo>
                    <a:cubicBezTo>
                      <a:pt x="17" y="0"/>
                      <a:pt x="0" y="21"/>
                      <a:pt x="0" y="44"/>
                    </a:cubicBezTo>
                    <a:cubicBezTo>
                      <a:pt x="0" y="64"/>
                      <a:pt x="17" y="85"/>
                      <a:pt x="42" y="85"/>
                    </a:cubicBezTo>
                    <a:cubicBezTo>
                      <a:pt x="53" y="85"/>
                      <a:pt x="62" y="83"/>
                      <a:pt x="72" y="76"/>
                    </a:cubicBezTo>
                    <a:cubicBezTo>
                      <a:pt x="74" y="73"/>
                      <a:pt x="73" y="74"/>
                      <a:pt x="74" y="73"/>
                    </a:cubicBezTo>
                    <a:cubicBezTo>
                      <a:pt x="76" y="73"/>
                      <a:pt x="76" y="73"/>
                      <a:pt x="76" y="85"/>
                    </a:cubicBezTo>
                    <a:cubicBezTo>
                      <a:pt x="76" y="144"/>
                      <a:pt x="48" y="192"/>
                      <a:pt x="21" y="217"/>
                    </a:cubicBezTo>
                    <a:cubicBezTo>
                      <a:pt x="12" y="226"/>
                      <a:pt x="12" y="229"/>
                      <a:pt x="12" y="231"/>
                    </a:cubicBezTo>
                    <a:cubicBezTo>
                      <a:pt x="12" y="236"/>
                      <a:pt x="17" y="240"/>
                      <a:pt x="21" y="240"/>
                    </a:cubicBezTo>
                    <a:cubicBezTo>
                      <a:pt x="30" y="240"/>
                      <a:pt x="94" y="179"/>
                      <a:pt x="94" y="85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8" name="CustomShape 68"/>
              <p:cNvSpPr/>
              <p:nvPr/>
            </p:nvSpPr>
            <p:spPr>
              <a:xfrm>
                <a:off x="1811160" y="5024520"/>
                <a:ext cx="29520" cy="29520"/>
              </a:xfrm>
              <a:custGeom>
                <a:avLst/>
                <a:gdLst/>
                <a:ahLst/>
                <a:rect l="l" t="t" r="r" b="b"/>
                <a:pathLst>
                  <a:path w="86" h="86">
                    <a:moveTo>
                      <a:pt x="85" y="44"/>
                    </a:moveTo>
                    <a:cubicBezTo>
                      <a:pt x="85" y="19"/>
                      <a:pt x="65" y="0"/>
                      <a:pt x="41" y="0"/>
                    </a:cubicBezTo>
                    <a:cubicBezTo>
                      <a:pt x="17" y="0"/>
                      <a:pt x="0" y="20"/>
                      <a:pt x="0" y="44"/>
                    </a:cubicBezTo>
                    <a:cubicBezTo>
                      <a:pt x="0" y="68"/>
                      <a:pt x="17" y="85"/>
                      <a:pt x="41" y="85"/>
                    </a:cubicBezTo>
                    <a:cubicBezTo>
                      <a:pt x="65" y="85"/>
                      <a:pt x="85" y="67"/>
                      <a:pt x="85" y="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9" name="CustomShape 69"/>
              <p:cNvSpPr/>
              <p:nvPr/>
            </p:nvSpPr>
            <p:spPr>
              <a:xfrm>
                <a:off x="1939680" y="5024520"/>
                <a:ext cx="29520" cy="29520"/>
              </a:xfrm>
              <a:custGeom>
                <a:avLst/>
                <a:gdLst/>
                <a:ahLst/>
                <a:rect l="l" t="t" r="r" b="b"/>
                <a:pathLst>
                  <a:path w="86" h="86">
                    <a:moveTo>
                      <a:pt x="85" y="44"/>
                    </a:moveTo>
                    <a:cubicBezTo>
                      <a:pt x="85" y="19"/>
                      <a:pt x="68" y="0"/>
                      <a:pt x="44" y="0"/>
                    </a:cubicBezTo>
                    <a:cubicBezTo>
                      <a:pt x="20" y="0"/>
                      <a:pt x="0" y="20"/>
                      <a:pt x="0" y="44"/>
                    </a:cubicBezTo>
                    <a:cubicBezTo>
                      <a:pt x="0" y="68"/>
                      <a:pt x="20" y="85"/>
                      <a:pt x="44" y="85"/>
                    </a:cubicBezTo>
                    <a:cubicBezTo>
                      <a:pt x="68" y="85"/>
                      <a:pt x="85" y="67"/>
                      <a:pt x="85" y="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0" name="CustomShape 70"/>
              <p:cNvSpPr/>
              <p:nvPr/>
            </p:nvSpPr>
            <p:spPr>
              <a:xfrm>
                <a:off x="2068560" y="5024520"/>
                <a:ext cx="30240" cy="29520"/>
              </a:xfrm>
              <a:custGeom>
                <a:avLst/>
                <a:gdLst/>
                <a:ahLst/>
                <a:rect l="l" t="t" r="r" b="b"/>
                <a:pathLst>
                  <a:path w="88" h="86">
                    <a:moveTo>
                      <a:pt x="87" y="44"/>
                    </a:moveTo>
                    <a:cubicBezTo>
                      <a:pt x="87" y="19"/>
                      <a:pt x="66" y="0"/>
                      <a:pt x="43" y="0"/>
                    </a:cubicBezTo>
                    <a:cubicBezTo>
                      <a:pt x="20" y="0"/>
                      <a:pt x="0" y="20"/>
                      <a:pt x="0" y="44"/>
                    </a:cubicBezTo>
                    <a:cubicBezTo>
                      <a:pt x="0" y="68"/>
                      <a:pt x="20" y="85"/>
                      <a:pt x="43" y="85"/>
                    </a:cubicBezTo>
                    <a:cubicBezTo>
                      <a:pt x="66" y="85"/>
                      <a:pt x="87" y="67"/>
                      <a:pt x="87" y="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1" name="CustomShape 71"/>
              <p:cNvSpPr/>
              <p:nvPr/>
            </p:nvSpPr>
            <p:spPr>
              <a:xfrm>
                <a:off x="2197080" y="5024520"/>
                <a:ext cx="33480" cy="85320"/>
              </a:xfrm>
              <a:custGeom>
                <a:avLst/>
                <a:gdLst/>
                <a:ahLst/>
                <a:rect l="l" t="t" r="r" b="b"/>
                <a:pathLst>
                  <a:path w="97" h="241">
                    <a:moveTo>
                      <a:pt x="96" y="85"/>
                    </a:moveTo>
                    <a:cubicBezTo>
                      <a:pt x="96" y="32"/>
                      <a:pt x="76" y="0"/>
                      <a:pt x="44" y="0"/>
                    </a:cubicBezTo>
                    <a:cubicBezTo>
                      <a:pt x="16" y="0"/>
                      <a:pt x="0" y="21"/>
                      <a:pt x="0" y="44"/>
                    </a:cubicBezTo>
                    <a:cubicBezTo>
                      <a:pt x="0" y="64"/>
                      <a:pt x="16" y="85"/>
                      <a:pt x="44" y="85"/>
                    </a:cubicBezTo>
                    <a:cubicBezTo>
                      <a:pt x="53" y="85"/>
                      <a:pt x="64" y="83"/>
                      <a:pt x="71" y="76"/>
                    </a:cubicBezTo>
                    <a:cubicBezTo>
                      <a:pt x="73" y="73"/>
                      <a:pt x="74" y="74"/>
                      <a:pt x="76" y="73"/>
                    </a:cubicBezTo>
                    <a:cubicBezTo>
                      <a:pt x="76" y="77"/>
                      <a:pt x="78" y="73"/>
                      <a:pt x="78" y="85"/>
                    </a:cubicBezTo>
                    <a:cubicBezTo>
                      <a:pt x="78" y="144"/>
                      <a:pt x="50" y="192"/>
                      <a:pt x="23" y="217"/>
                    </a:cubicBezTo>
                    <a:cubicBezTo>
                      <a:pt x="14" y="227"/>
                      <a:pt x="14" y="229"/>
                      <a:pt x="14" y="231"/>
                    </a:cubicBezTo>
                    <a:cubicBezTo>
                      <a:pt x="14" y="236"/>
                      <a:pt x="18" y="240"/>
                      <a:pt x="23" y="240"/>
                    </a:cubicBezTo>
                    <a:cubicBezTo>
                      <a:pt x="30" y="240"/>
                      <a:pt x="96" y="179"/>
                      <a:pt x="96" y="85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2" name="CustomShape 72"/>
              <p:cNvSpPr/>
              <p:nvPr/>
            </p:nvSpPr>
            <p:spPr>
              <a:xfrm>
                <a:off x="2310120" y="4927680"/>
                <a:ext cx="132480" cy="185400"/>
              </a:xfrm>
              <a:custGeom>
                <a:avLst/>
                <a:gdLst/>
                <a:ahLst/>
                <a:rect l="l" t="t" r="r" b="b"/>
                <a:pathLst>
                  <a:path w="372" h="519">
                    <a:moveTo>
                      <a:pt x="366" y="50"/>
                    </a:moveTo>
                    <a:cubicBezTo>
                      <a:pt x="371" y="39"/>
                      <a:pt x="371" y="36"/>
                      <a:pt x="371" y="32"/>
                    </a:cubicBezTo>
                    <a:cubicBezTo>
                      <a:pt x="371" y="16"/>
                      <a:pt x="360" y="9"/>
                      <a:pt x="346" y="9"/>
                    </a:cubicBezTo>
                    <a:cubicBezTo>
                      <a:pt x="339" y="9"/>
                      <a:pt x="325" y="13"/>
                      <a:pt x="318" y="25"/>
                    </a:cubicBezTo>
                    <a:cubicBezTo>
                      <a:pt x="316" y="29"/>
                      <a:pt x="311" y="55"/>
                      <a:pt x="307" y="68"/>
                    </a:cubicBezTo>
                    <a:cubicBezTo>
                      <a:pt x="302" y="89"/>
                      <a:pt x="295" y="112"/>
                      <a:pt x="291" y="132"/>
                    </a:cubicBezTo>
                    <a:cubicBezTo>
                      <a:pt x="279" y="180"/>
                      <a:pt x="266" y="228"/>
                      <a:pt x="254" y="276"/>
                    </a:cubicBezTo>
                    <a:cubicBezTo>
                      <a:pt x="252" y="290"/>
                      <a:pt x="218" y="345"/>
                      <a:pt x="165" y="345"/>
                    </a:cubicBezTo>
                    <a:cubicBezTo>
                      <a:pt x="124" y="345"/>
                      <a:pt x="114" y="310"/>
                      <a:pt x="114" y="281"/>
                    </a:cubicBezTo>
                    <a:cubicBezTo>
                      <a:pt x="114" y="244"/>
                      <a:pt x="128" y="194"/>
                      <a:pt x="156" y="123"/>
                    </a:cubicBezTo>
                    <a:cubicBezTo>
                      <a:pt x="167" y="91"/>
                      <a:pt x="172" y="82"/>
                      <a:pt x="172" y="66"/>
                    </a:cubicBezTo>
                    <a:cubicBezTo>
                      <a:pt x="172" y="29"/>
                      <a:pt x="147" y="0"/>
                      <a:pt x="105" y="0"/>
                    </a:cubicBezTo>
                    <a:cubicBezTo>
                      <a:pt x="30" y="0"/>
                      <a:pt x="0" y="116"/>
                      <a:pt x="0" y="123"/>
                    </a:cubicBezTo>
                    <a:cubicBezTo>
                      <a:pt x="0" y="132"/>
                      <a:pt x="7" y="132"/>
                      <a:pt x="9" y="132"/>
                    </a:cubicBezTo>
                    <a:cubicBezTo>
                      <a:pt x="16" y="132"/>
                      <a:pt x="18" y="130"/>
                      <a:pt x="21" y="116"/>
                    </a:cubicBezTo>
                    <a:cubicBezTo>
                      <a:pt x="43" y="41"/>
                      <a:pt x="75" y="18"/>
                      <a:pt x="103" y="18"/>
                    </a:cubicBezTo>
                    <a:cubicBezTo>
                      <a:pt x="110" y="18"/>
                      <a:pt x="124" y="18"/>
                      <a:pt x="124" y="43"/>
                    </a:cubicBezTo>
                    <a:cubicBezTo>
                      <a:pt x="124" y="64"/>
                      <a:pt x="114" y="84"/>
                      <a:pt x="110" y="100"/>
                    </a:cubicBezTo>
                    <a:cubicBezTo>
                      <a:pt x="78" y="185"/>
                      <a:pt x="62" y="230"/>
                      <a:pt x="62" y="267"/>
                    </a:cubicBezTo>
                    <a:cubicBezTo>
                      <a:pt x="62" y="338"/>
                      <a:pt x="114" y="363"/>
                      <a:pt x="160" y="363"/>
                    </a:cubicBezTo>
                    <a:cubicBezTo>
                      <a:pt x="192" y="363"/>
                      <a:pt x="220" y="349"/>
                      <a:pt x="243" y="326"/>
                    </a:cubicBezTo>
                    <a:cubicBezTo>
                      <a:pt x="231" y="368"/>
                      <a:pt x="222" y="409"/>
                      <a:pt x="190" y="450"/>
                    </a:cubicBezTo>
                    <a:cubicBezTo>
                      <a:pt x="169" y="477"/>
                      <a:pt x="137" y="500"/>
                      <a:pt x="101" y="500"/>
                    </a:cubicBezTo>
                    <a:cubicBezTo>
                      <a:pt x="89" y="500"/>
                      <a:pt x="55" y="498"/>
                      <a:pt x="41" y="468"/>
                    </a:cubicBezTo>
                    <a:cubicBezTo>
                      <a:pt x="53" y="468"/>
                      <a:pt x="64" y="468"/>
                      <a:pt x="75" y="457"/>
                    </a:cubicBezTo>
                    <a:cubicBezTo>
                      <a:pt x="82" y="450"/>
                      <a:pt x="92" y="441"/>
                      <a:pt x="92" y="425"/>
                    </a:cubicBezTo>
                    <a:cubicBezTo>
                      <a:pt x="92" y="400"/>
                      <a:pt x="69" y="397"/>
                      <a:pt x="62" y="397"/>
                    </a:cubicBezTo>
                    <a:cubicBezTo>
                      <a:pt x="43" y="397"/>
                      <a:pt x="16" y="409"/>
                      <a:pt x="16" y="450"/>
                    </a:cubicBezTo>
                    <a:cubicBezTo>
                      <a:pt x="16" y="489"/>
                      <a:pt x="50" y="518"/>
                      <a:pt x="101" y="518"/>
                    </a:cubicBezTo>
                    <a:cubicBezTo>
                      <a:pt x="183" y="518"/>
                      <a:pt x="268" y="445"/>
                      <a:pt x="289" y="356"/>
                    </a:cubicBezTo>
                    <a:cubicBezTo>
                      <a:pt x="315" y="254"/>
                      <a:pt x="340" y="152"/>
                      <a:pt x="366" y="5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3" name="CustomShape 73"/>
              <p:cNvSpPr/>
              <p:nvPr/>
            </p:nvSpPr>
            <p:spPr>
              <a:xfrm>
                <a:off x="2452680" y="5009760"/>
                <a:ext cx="123480" cy="89640"/>
              </a:xfrm>
              <a:custGeom>
                <a:avLst/>
                <a:gdLst/>
                <a:ahLst/>
                <a:rect l="l" t="t" r="r" b="b"/>
                <a:pathLst>
                  <a:path w="347" h="253">
                    <a:moveTo>
                      <a:pt x="44" y="210"/>
                    </a:moveTo>
                    <a:cubicBezTo>
                      <a:pt x="41" y="217"/>
                      <a:pt x="39" y="226"/>
                      <a:pt x="37" y="233"/>
                    </a:cubicBezTo>
                    <a:cubicBezTo>
                      <a:pt x="37" y="247"/>
                      <a:pt x="48" y="252"/>
                      <a:pt x="57" y="252"/>
                    </a:cubicBezTo>
                    <a:cubicBezTo>
                      <a:pt x="67" y="252"/>
                      <a:pt x="76" y="245"/>
                      <a:pt x="78" y="240"/>
                    </a:cubicBezTo>
                    <a:cubicBezTo>
                      <a:pt x="80" y="236"/>
                      <a:pt x="85" y="217"/>
                      <a:pt x="90" y="206"/>
                    </a:cubicBezTo>
                    <a:cubicBezTo>
                      <a:pt x="92" y="194"/>
                      <a:pt x="99" y="169"/>
                      <a:pt x="101" y="153"/>
                    </a:cubicBezTo>
                    <a:cubicBezTo>
                      <a:pt x="106" y="142"/>
                      <a:pt x="108" y="130"/>
                      <a:pt x="110" y="117"/>
                    </a:cubicBezTo>
                    <a:cubicBezTo>
                      <a:pt x="117" y="94"/>
                      <a:pt x="117" y="89"/>
                      <a:pt x="135" y="66"/>
                    </a:cubicBezTo>
                    <a:cubicBezTo>
                      <a:pt x="149" y="44"/>
                      <a:pt x="177" y="14"/>
                      <a:pt x="218" y="14"/>
                    </a:cubicBezTo>
                    <a:cubicBezTo>
                      <a:pt x="252" y="14"/>
                      <a:pt x="252" y="44"/>
                      <a:pt x="252" y="55"/>
                    </a:cubicBezTo>
                    <a:cubicBezTo>
                      <a:pt x="252" y="87"/>
                      <a:pt x="227" y="151"/>
                      <a:pt x="218" y="174"/>
                    </a:cubicBezTo>
                    <a:cubicBezTo>
                      <a:pt x="213" y="190"/>
                      <a:pt x="211" y="194"/>
                      <a:pt x="211" y="204"/>
                    </a:cubicBezTo>
                    <a:cubicBezTo>
                      <a:pt x="211" y="233"/>
                      <a:pt x="236" y="252"/>
                      <a:pt x="264" y="252"/>
                    </a:cubicBezTo>
                    <a:cubicBezTo>
                      <a:pt x="321" y="252"/>
                      <a:pt x="346" y="174"/>
                      <a:pt x="346" y="167"/>
                    </a:cubicBezTo>
                    <a:cubicBezTo>
                      <a:pt x="346" y="158"/>
                      <a:pt x="340" y="161"/>
                      <a:pt x="337" y="158"/>
                    </a:cubicBezTo>
                    <a:cubicBezTo>
                      <a:pt x="328" y="158"/>
                      <a:pt x="328" y="162"/>
                      <a:pt x="326" y="169"/>
                    </a:cubicBezTo>
                    <a:cubicBezTo>
                      <a:pt x="312" y="213"/>
                      <a:pt x="289" y="236"/>
                      <a:pt x="266" y="236"/>
                    </a:cubicBezTo>
                    <a:cubicBezTo>
                      <a:pt x="255" y="236"/>
                      <a:pt x="252" y="229"/>
                      <a:pt x="252" y="217"/>
                    </a:cubicBezTo>
                    <a:cubicBezTo>
                      <a:pt x="252" y="204"/>
                      <a:pt x="255" y="197"/>
                      <a:pt x="264" y="172"/>
                    </a:cubicBezTo>
                    <a:cubicBezTo>
                      <a:pt x="271" y="153"/>
                      <a:pt x="293" y="94"/>
                      <a:pt x="293" y="62"/>
                    </a:cubicBezTo>
                    <a:cubicBezTo>
                      <a:pt x="293" y="9"/>
                      <a:pt x="252" y="0"/>
                      <a:pt x="220" y="0"/>
                    </a:cubicBezTo>
                    <a:cubicBezTo>
                      <a:pt x="174" y="0"/>
                      <a:pt x="142" y="28"/>
                      <a:pt x="126" y="50"/>
                    </a:cubicBezTo>
                    <a:cubicBezTo>
                      <a:pt x="122" y="12"/>
                      <a:pt x="90" y="0"/>
                      <a:pt x="67" y="0"/>
                    </a:cubicBezTo>
                    <a:cubicBezTo>
                      <a:pt x="41" y="0"/>
                      <a:pt x="28" y="16"/>
                      <a:pt x="21" y="30"/>
                    </a:cubicBezTo>
                    <a:cubicBezTo>
                      <a:pt x="9" y="50"/>
                      <a:pt x="0" y="82"/>
                      <a:pt x="0" y="85"/>
                    </a:cubicBezTo>
                    <a:cubicBezTo>
                      <a:pt x="0" y="92"/>
                      <a:pt x="6" y="89"/>
                      <a:pt x="9" y="92"/>
                    </a:cubicBezTo>
                    <a:cubicBezTo>
                      <a:pt x="19" y="92"/>
                      <a:pt x="19" y="92"/>
                      <a:pt x="23" y="76"/>
                    </a:cubicBezTo>
                    <a:cubicBezTo>
                      <a:pt x="32" y="41"/>
                      <a:pt x="41" y="14"/>
                      <a:pt x="64" y="14"/>
                    </a:cubicBezTo>
                    <a:cubicBezTo>
                      <a:pt x="78" y="14"/>
                      <a:pt x="83" y="28"/>
                      <a:pt x="83" y="41"/>
                    </a:cubicBezTo>
                    <a:cubicBezTo>
                      <a:pt x="83" y="53"/>
                      <a:pt x="78" y="74"/>
                      <a:pt x="74" y="89"/>
                    </a:cubicBezTo>
                    <a:cubicBezTo>
                      <a:pt x="69" y="104"/>
                      <a:pt x="64" y="126"/>
                      <a:pt x="62" y="140"/>
                    </a:cubicBezTo>
                    <a:cubicBezTo>
                      <a:pt x="56" y="163"/>
                      <a:pt x="50" y="187"/>
                      <a:pt x="44" y="21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4" name="CustomShape 74"/>
              <p:cNvSpPr/>
              <p:nvPr/>
            </p:nvSpPr>
            <p:spPr>
              <a:xfrm>
                <a:off x="2715840" y="4838760"/>
                <a:ext cx="11880" cy="287640"/>
              </a:xfrm>
              <a:custGeom>
                <a:avLst/>
                <a:gdLst/>
                <a:ahLst/>
                <a:rect l="l" t="t" r="r" b="b"/>
                <a:pathLst>
                  <a:path w="37" h="803">
                    <a:moveTo>
                      <a:pt x="34" y="30"/>
                    </a:moveTo>
                    <a:cubicBezTo>
                      <a:pt x="34" y="16"/>
                      <a:pt x="36" y="0"/>
                      <a:pt x="18" y="0"/>
                    </a:cubicBezTo>
                    <a:cubicBezTo>
                      <a:pt x="1" y="0"/>
                      <a:pt x="0" y="16"/>
                      <a:pt x="0" y="30"/>
                    </a:cubicBezTo>
                    <a:cubicBezTo>
                      <a:pt x="0" y="277"/>
                      <a:pt x="0" y="525"/>
                      <a:pt x="0" y="772"/>
                    </a:cubicBezTo>
                    <a:cubicBezTo>
                      <a:pt x="0" y="786"/>
                      <a:pt x="1" y="802"/>
                      <a:pt x="18" y="802"/>
                    </a:cubicBezTo>
                    <a:cubicBezTo>
                      <a:pt x="36" y="802"/>
                      <a:pt x="34" y="786"/>
                      <a:pt x="34" y="772"/>
                    </a:cubicBezTo>
                    <a:cubicBezTo>
                      <a:pt x="34" y="525"/>
                      <a:pt x="34" y="277"/>
                      <a:pt x="34" y="3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5" name="CustomShape 75"/>
              <p:cNvSpPr/>
              <p:nvPr/>
            </p:nvSpPr>
            <p:spPr>
              <a:xfrm>
                <a:off x="2854440" y="4927680"/>
                <a:ext cx="161280" cy="129600"/>
              </a:xfrm>
              <a:custGeom>
                <a:avLst/>
                <a:gdLst/>
                <a:ahLst/>
                <a:rect l="l" t="t" r="r" b="b"/>
                <a:pathLst>
                  <a:path w="452" h="364">
                    <a:moveTo>
                      <a:pt x="353" y="164"/>
                    </a:moveTo>
                    <a:cubicBezTo>
                      <a:pt x="353" y="39"/>
                      <a:pt x="277" y="0"/>
                      <a:pt x="218" y="0"/>
                    </a:cubicBezTo>
                    <a:cubicBezTo>
                      <a:pt x="108" y="0"/>
                      <a:pt x="0" y="114"/>
                      <a:pt x="0" y="228"/>
                    </a:cubicBezTo>
                    <a:cubicBezTo>
                      <a:pt x="0" y="301"/>
                      <a:pt x="48" y="363"/>
                      <a:pt x="130" y="363"/>
                    </a:cubicBezTo>
                    <a:cubicBezTo>
                      <a:pt x="181" y="363"/>
                      <a:pt x="240" y="345"/>
                      <a:pt x="300" y="297"/>
                    </a:cubicBezTo>
                    <a:cubicBezTo>
                      <a:pt x="311" y="338"/>
                      <a:pt x="339" y="363"/>
                      <a:pt x="373" y="363"/>
                    </a:cubicBezTo>
                    <a:cubicBezTo>
                      <a:pt x="417" y="363"/>
                      <a:pt x="442" y="320"/>
                      <a:pt x="442" y="306"/>
                    </a:cubicBezTo>
                    <a:cubicBezTo>
                      <a:pt x="442" y="301"/>
                      <a:pt x="437" y="299"/>
                      <a:pt x="433" y="299"/>
                    </a:cubicBezTo>
                    <a:cubicBezTo>
                      <a:pt x="426" y="299"/>
                      <a:pt x="424" y="301"/>
                      <a:pt x="421" y="306"/>
                    </a:cubicBezTo>
                    <a:cubicBezTo>
                      <a:pt x="408" y="345"/>
                      <a:pt x="378" y="345"/>
                      <a:pt x="376" y="345"/>
                    </a:cubicBezTo>
                    <a:cubicBezTo>
                      <a:pt x="353" y="345"/>
                      <a:pt x="353" y="283"/>
                      <a:pt x="353" y="265"/>
                    </a:cubicBezTo>
                    <a:cubicBezTo>
                      <a:pt x="353" y="246"/>
                      <a:pt x="353" y="244"/>
                      <a:pt x="360" y="235"/>
                    </a:cubicBezTo>
                    <a:cubicBezTo>
                      <a:pt x="435" y="141"/>
                      <a:pt x="421" y="110"/>
                      <a:pt x="451" y="48"/>
                    </a:cubicBezTo>
                    <a:cubicBezTo>
                      <a:pt x="451" y="45"/>
                      <a:pt x="451" y="39"/>
                      <a:pt x="442" y="39"/>
                    </a:cubicBezTo>
                    <a:cubicBezTo>
                      <a:pt x="435" y="39"/>
                      <a:pt x="435" y="41"/>
                      <a:pt x="431" y="57"/>
                    </a:cubicBezTo>
                    <a:cubicBezTo>
                      <a:pt x="417" y="107"/>
                      <a:pt x="389" y="167"/>
                      <a:pt x="353" y="215"/>
                    </a:cubicBezTo>
                    <a:cubicBezTo>
                      <a:pt x="353" y="198"/>
                      <a:pt x="353" y="181"/>
                      <a:pt x="353" y="164"/>
                    </a:cubicBezTo>
                    <a:moveTo>
                      <a:pt x="298" y="274"/>
                    </a:moveTo>
                    <a:cubicBezTo>
                      <a:pt x="227" y="336"/>
                      <a:pt x="165" y="345"/>
                      <a:pt x="133" y="345"/>
                    </a:cubicBezTo>
                    <a:cubicBezTo>
                      <a:pt x="85" y="345"/>
                      <a:pt x="59" y="310"/>
                      <a:pt x="59" y="258"/>
                    </a:cubicBezTo>
                    <a:cubicBezTo>
                      <a:pt x="59" y="219"/>
                      <a:pt x="80" y="132"/>
                      <a:pt x="108" y="91"/>
                    </a:cubicBezTo>
                    <a:cubicBezTo>
                      <a:pt x="144" y="34"/>
                      <a:pt x="188" y="18"/>
                      <a:pt x="215" y="18"/>
                    </a:cubicBezTo>
                    <a:cubicBezTo>
                      <a:pt x="295" y="18"/>
                      <a:pt x="295" y="123"/>
                      <a:pt x="295" y="185"/>
                    </a:cubicBezTo>
                    <a:cubicBezTo>
                      <a:pt x="295" y="215"/>
                      <a:pt x="295" y="260"/>
                      <a:pt x="298" y="274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6" name="CustomShape 76"/>
              <p:cNvSpPr/>
              <p:nvPr/>
            </p:nvSpPr>
            <p:spPr>
              <a:xfrm>
                <a:off x="3053880" y="5024520"/>
                <a:ext cx="32760" cy="85320"/>
              </a:xfrm>
              <a:custGeom>
                <a:avLst/>
                <a:gdLst/>
                <a:ahLst/>
                <a:rect l="l" t="t" r="r" b="b"/>
                <a:pathLst>
                  <a:path w="95" h="241">
                    <a:moveTo>
                      <a:pt x="94" y="85"/>
                    </a:moveTo>
                    <a:cubicBezTo>
                      <a:pt x="94" y="32"/>
                      <a:pt x="76" y="0"/>
                      <a:pt x="44" y="0"/>
                    </a:cubicBezTo>
                    <a:cubicBezTo>
                      <a:pt x="16" y="0"/>
                      <a:pt x="0" y="21"/>
                      <a:pt x="0" y="44"/>
                    </a:cubicBezTo>
                    <a:cubicBezTo>
                      <a:pt x="0" y="64"/>
                      <a:pt x="16" y="85"/>
                      <a:pt x="44" y="85"/>
                    </a:cubicBezTo>
                    <a:cubicBezTo>
                      <a:pt x="53" y="85"/>
                      <a:pt x="64" y="83"/>
                      <a:pt x="71" y="76"/>
                    </a:cubicBezTo>
                    <a:cubicBezTo>
                      <a:pt x="74" y="73"/>
                      <a:pt x="74" y="74"/>
                      <a:pt x="76" y="73"/>
                    </a:cubicBezTo>
                    <a:cubicBezTo>
                      <a:pt x="77" y="77"/>
                      <a:pt x="78" y="73"/>
                      <a:pt x="78" y="85"/>
                    </a:cubicBezTo>
                    <a:cubicBezTo>
                      <a:pt x="78" y="144"/>
                      <a:pt x="48" y="192"/>
                      <a:pt x="23" y="217"/>
                    </a:cubicBezTo>
                    <a:cubicBezTo>
                      <a:pt x="14" y="227"/>
                      <a:pt x="14" y="229"/>
                      <a:pt x="14" y="231"/>
                    </a:cubicBezTo>
                    <a:cubicBezTo>
                      <a:pt x="14" y="236"/>
                      <a:pt x="19" y="240"/>
                      <a:pt x="21" y="240"/>
                    </a:cubicBezTo>
                    <a:cubicBezTo>
                      <a:pt x="30" y="240"/>
                      <a:pt x="94" y="179"/>
                      <a:pt x="94" y="85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7" name="CustomShape 77"/>
              <p:cNvSpPr/>
              <p:nvPr/>
            </p:nvSpPr>
            <p:spPr>
              <a:xfrm>
                <a:off x="3166200" y="4851720"/>
                <a:ext cx="157320" cy="258120"/>
              </a:xfrm>
              <a:custGeom>
                <a:avLst/>
                <a:gdLst/>
                <a:ahLst/>
                <a:rect l="l" t="t" r="r" b="b"/>
                <a:pathLst>
                  <a:path w="441" h="721">
                    <a:moveTo>
                      <a:pt x="440" y="110"/>
                    </a:moveTo>
                    <a:cubicBezTo>
                      <a:pt x="440" y="48"/>
                      <a:pt x="396" y="0"/>
                      <a:pt x="330" y="0"/>
                    </a:cubicBezTo>
                    <a:cubicBezTo>
                      <a:pt x="284" y="0"/>
                      <a:pt x="261" y="12"/>
                      <a:pt x="234" y="32"/>
                    </a:cubicBezTo>
                    <a:cubicBezTo>
                      <a:pt x="190" y="64"/>
                      <a:pt x="144" y="142"/>
                      <a:pt x="130" y="204"/>
                    </a:cubicBezTo>
                    <a:cubicBezTo>
                      <a:pt x="88" y="374"/>
                      <a:pt x="45" y="544"/>
                      <a:pt x="2" y="713"/>
                    </a:cubicBezTo>
                    <a:cubicBezTo>
                      <a:pt x="0" y="716"/>
                      <a:pt x="4" y="720"/>
                      <a:pt x="11" y="720"/>
                    </a:cubicBezTo>
                    <a:cubicBezTo>
                      <a:pt x="18" y="720"/>
                      <a:pt x="20" y="718"/>
                      <a:pt x="20" y="716"/>
                    </a:cubicBezTo>
                    <a:cubicBezTo>
                      <a:pt x="40" y="643"/>
                      <a:pt x="59" y="569"/>
                      <a:pt x="78" y="496"/>
                    </a:cubicBezTo>
                    <a:cubicBezTo>
                      <a:pt x="92" y="544"/>
                      <a:pt x="129" y="574"/>
                      <a:pt x="188" y="574"/>
                    </a:cubicBezTo>
                    <a:cubicBezTo>
                      <a:pt x="246" y="574"/>
                      <a:pt x="307" y="544"/>
                      <a:pt x="341" y="510"/>
                    </a:cubicBezTo>
                    <a:cubicBezTo>
                      <a:pt x="380" y="473"/>
                      <a:pt x="408" y="421"/>
                      <a:pt x="408" y="362"/>
                    </a:cubicBezTo>
                    <a:cubicBezTo>
                      <a:pt x="408" y="304"/>
                      <a:pt x="378" y="263"/>
                      <a:pt x="348" y="243"/>
                    </a:cubicBezTo>
                    <a:cubicBezTo>
                      <a:pt x="394" y="218"/>
                      <a:pt x="440" y="167"/>
                      <a:pt x="440" y="110"/>
                    </a:cubicBezTo>
                    <a:moveTo>
                      <a:pt x="295" y="243"/>
                    </a:moveTo>
                    <a:cubicBezTo>
                      <a:pt x="284" y="247"/>
                      <a:pt x="277" y="247"/>
                      <a:pt x="256" y="247"/>
                    </a:cubicBezTo>
                    <a:cubicBezTo>
                      <a:pt x="245" y="247"/>
                      <a:pt x="229" y="250"/>
                      <a:pt x="222" y="245"/>
                    </a:cubicBezTo>
                    <a:cubicBezTo>
                      <a:pt x="222" y="236"/>
                      <a:pt x="252" y="238"/>
                      <a:pt x="261" y="238"/>
                    </a:cubicBezTo>
                    <a:cubicBezTo>
                      <a:pt x="277" y="238"/>
                      <a:pt x="284" y="238"/>
                      <a:pt x="295" y="243"/>
                    </a:cubicBezTo>
                    <a:moveTo>
                      <a:pt x="396" y="92"/>
                    </a:moveTo>
                    <a:cubicBezTo>
                      <a:pt x="396" y="147"/>
                      <a:pt x="364" y="204"/>
                      <a:pt x="323" y="229"/>
                    </a:cubicBezTo>
                    <a:cubicBezTo>
                      <a:pt x="300" y="222"/>
                      <a:pt x="284" y="220"/>
                      <a:pt x="261" y="220"/>
                    </a:cubicBezTo>
                    <a:cubicBezTo>
                      <a:pt x="245" y="220"/>
                      <a:pt x="199" y="220"/>
                      <a:pt x="199" y="245"/>
                    </a:cubicBezTo>
                    <a:cubicBezTo>
                      <a:pt x="199" y="268"/>
                      <a:pt x="240" y="266"/>
                      <a:pt x="254" y="266"/>
                    </a:cubicBezTo>
                    <a:cubicBezTo>
                      <a:pt x="284" y="266"/>
                      <a:pt x="295" y="266"/>
                      <a:pt x="321" y="254"/>
                    </a:cubicBezTo>
                    <a:cubicBezTo>
                      <a:pt x="350" y="284"/>
                      <a:pt x="355" y="309"/>
                      <a:pt x="355" y="346"/>
                    </a:cubicBezTo>
                    <a:cubicBezTo>
                      <a:pt x="357" y="391"/>
                      <a:pt x="339" y="453"/>
                      <a:pt x="316" y="483"/>
                    </a:cubicBezTo>
                    <a:cubicBezTo>
                      <a:pt x="284" y="526"/>
                      <a:pt x="231" y="556"/>
                      <a:pt x="185" y="556"/>
                    </a:cubicBezTo>
                    <a:cubicBezTo>
                      <a:pt x="124" y="556"/>
                      <a:pt x="92" y="510"/>
                      <a:pt x="92" y="453"/>
                    </a:cubicBezTo>
                    <a:cubicBezTo>
                      <a:pt x="92" y="444"/>
                      <a:pt x="92" y="432"/>
                      <a:pt x="96" y="416"/>
                    </a:cubicBezTo>
                    <a:cubicBezTo>
                      <a:pt x="114" y="349"/>
                      <a:pt x="131" y="282"/>
                      <a:pt x="149" y="215"/>
                    </a:cubicBezTo>
                    <a:cubicBezTo>
                      <a:pt x="165" y="144"/>
                      <a:pt x="224" y="19"/>
                      <a:pt x="321" y="19"/>
                    </a:cubicBezTo>
                    <a:cubicBezTo>
                      <a:pt x="366" y="19"/>
                      <a:pt x="396" y="44"/>
                      <a:pt x="396" y="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8" name="CustomShape 78"/>
              <p:cNvSpPr/>
              <p:nvPr/>
            </p:nvSpPr>
            <p:spPr>
              <a:xfrm>
                <a:off x="3354120" y="4838760"/>
                <a:ext cx="65880" cy="287640"/>
              </a:xfrm>
              <a:custGeom>
                <a:avLst/>
                <a:gdLst/>
                <a:ahLst/>
                <a:rect l="l" t="t" r="r" b="b"/>
                <a:pathLst>
                  <a:path w="187" h="803">
                    <a:moveTo>
                      <a:pt x="186" y="400"/>
                    </a:moveTo>
                    <a:cubicBezTo>
                      <a:pt x="186" y="338"/>
                      <a:pt x="177" y="242"/>
                      <a:pt x="133" y="151"/>
                    </a:cubicBezTo>
                    <a:cubicBezTo>
                      <a:pt x="85" y="52"/>
                      <a:pt x="16" y="0"/>
                      <a:pt x="7" y="0"/>
                    </a:cubicBezTo>
                    <a:cubicBezTo>
                      <a:pt x="3" y="0"/>
                      <a:pt x="0" y="4"/>
                      <a:pt x="0" y="9"/>
                    </a:cubicBezTo>
                    <a:cubicBezTo>
                      <a:pt x="0" y="11"/>
                      <a:pt x="0" y="11"/>
                      <a:pt x="14" y="27"/>
                    </a:cubicBezTo>
                    <a:cubicBezTo>
                      <a:pt x="94" y="105"/>
                      <a:pt x="140" y="233"/>
                      <a:pt x="140" y="400"/>
                    </a:cubicBezTo>
                    <a:cubicBezTo>
                      <a:pt x="140" y="537"/>
                      <a:pt x="110" y="679"/>
                      <a:pt x="9" y="779"/>
                    </a:cubicBezTo>
                    <a:cubicBezTo>
                      <a:pt x="0" y="791"/>
                      <a:pt x="0" y="791"/>
                      <a:pt x="0" y="793"/>
                    </a:cubicBezTo>
                    <a:cubicBezTo>
                      <a:pt x="0" y="797"/>
                      <a:pt x="3" y="802"/>
                      <a:pt x="7" y="802"/>
                    </a:cubicBezTo>
                    <a:cubicBezTo>
                      <a:pt x="16" y="802"/>
                      <a:pt x="87" y="747"/>
                      <a:pt x="135" y="644"/>
                    </a:cubicBezTo>
                    <a:cubicBezTo>
                      <a:pt x="177" y="557"/>
                      <a:pt x="186" y="468"/>
                      <a:pt x="186" y="4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9" name="CustomShape 79"/>
              <p:cNvSpPr/>
              <p:nvPr/>
            </p:nvSpPr>
            <p:spPr>
              <a:xfrm>
                <a:off x="3547080" y="4948560"/>
                <a:ext cx="191160" cy="68040"/>
              </a:xfrm>
              <a:custGeom>
                <a:avLst/>
                <a:gdLst/>
                <a:ahLst/>
                <a:rect l="l" t="t" r="r" b="b"/>
                <a:pathLst>
                  <a:path w="535" h="193">
                    <a:moveTo>
                      <a:pt x="507" y="35"/>
                    </a:moveTo>
                    <a:cubicBezTo>
                      <a:pt x="520" y="35"/>
                      <a:pt x="534" y="34"/>
                      <a:pt x="534" y="17"/>
                    </a:cubicBezTo>
                    <a:cubicBezTo>
                      <a:pt x="534" y="0"/>
                      <a:pt x="520" y="1"/>
                      <a:pt x="509" y="1"/>
                    </a:cubicBezTo>
                    <a:cubicBezTo>
                      <a:pt x="348" y="1"/>
                      <a:pt x="187" y="1"/>
                      <a:pt x="25" y="1"/>
                    </a:cubicBezTo>
                    <a:cubicBezTo>
                      <a:pt x="14" y="1"/>
                      <a:pt x="0" y="0"/>
                      <a:pt x="0" y="17"/>
                    </a:cubicBezTo>
                    <a:cubicBezTo>
                      <a:pt x="0" y="34"/>
                      <a:pt x="14" y="35"/>
                      <a:pt x="25" y="35"/>
                    </a:cubicBezTo>
                    <a:cubicBezTo>
                      <a:pt x="186" y="35"/>
                      <a:pt x="346" y="35"/>
                      <a:pt x="507" y="35"/>
                    </a:cubicBezTo>
                    <a:moveTo>
                      <a:pt x="509" y="191"/>
                    </a:moveTo>
                    <a:cubicBezTo>
                      <a:pt x="520" y="191"/>
                      <a:pt x="534" y="192"/>
                      <a:pt x="534" y="175"/>
                    </a:cubicBezTo>
                    <a:cubicBezTo>
                      <a:pt x="534" y="158"/>
                      <a:pt x="520" y="157"/>
                      <a:pt x="507" y="157"/>
                    </a:cubicBezTo>
                    <a:cubicBezTo>
                      <a:pt x="346" y="157"/>
                      <a:pt x="186" y="157"/>
                      <a:pt x="25" y="157"/>
                    </a:cubicBezTo>
                    <a:cubicBezTo>
                      <a:pt x="14" y="157"/>
                      <a:pt x="0" y="158"/>
                      <a:pt x="0" y="175"/>
                    </a:cubicBezTo>
                    <a:cubicBezTo>
                      <a:pt x="0" y="192"/>
                      <a:pt x="14" y="191"/>
                      <a:pt x="25" y="191"/>
                    </a:cubicBezTo>
                    <a:cubicBezTo>
                      <a:pt x="187" y="191"/>
                      <a:pt x="348" y="191"/>
                      <a:pt x="509" y="1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20" name="CustomShape 80"/>
              <p:cNvSpPr/>
              <p:nvPr/>
            </p:nvSpPr>
            <p:spPr>
              <a:xfrm>
                <a:off x="3845880" y="4855320"/>
                <a:ext cx="63000" cy="198720"/>
              </a:xfrm>
              <a:custGeom>
                <a:avLst/>
                <a:gdLst/>
                <a:ahLst/>
                <a:rect l="l" t="t" r="r" b="b"/>
                <a:pathLst>
                  <a:path w="179" h="556">
                    <a:moveTo>
                      <a:pt x="116" y="0"/>
                    </a:moveTo>
                    <a:cubicBezTo>
                      <a:pt x="78" y="3"/>
                      <a:pt x="39" y="6"/>
                      <a:pt x="0" y="9"/>
                    </a:cubicBezTo>
                    <a:cubicBezTo>
                      <a:pt x="0" y="17"/>
                      <a:pt x="0" y="26"/>
                      <a:pt x="0" y="34"/>
                    </a:cubicBezTo>
                    <a:cubicBezTo>
                      <a:pt x="57" y="34"/>
                      <a:pt x="64" y="38"/>
                      <a:pt x="64" y="77"/>
                    </a:cubicBezTo>
                    <a:cubicBezTo>
                      <a:pt x="64" y="217"/>
                      <a:pt x="64" y="356"/>
                      <a:pt x="64" y="495"/>
                    </a:cubicBezTo>
                    <a:cubicBezTo>
                      <a:pt x="64" y="530"/>
                      <a:pt x="55" y="530"/>
                      <a:pt x="0" y="530"/>
                    </a:cubicBezTo>
                    <a:cubicBezTo>
                      <a:pt x="0" y="538"/>
                      <a:pt x="0" y="547"/>
                      <a:pt x="0" y="555"/>
                    </a:cubicBezTo>
                    <a:cubicBezTo>
                      <a:pt x="27" y="555"/>
                      <a:pt x="69" y="553"/>
                      <a:pt x="89" y="553"/>
                    </a:cubicBezTo>
                    <a:cubicBezTo>
                      <a:pt x="108" y="553"/>
                      <a:pt x="149" y="555"/>
                      <a:pt x="178" y="555"/>
                    </a:cubicBezTo>
                    <a:cubicBezTo>
                      <a:pt x="178" y="547"/>
                      <a:pt x="178" y="538"/>
                      <a:pt x="178" y="530"/>
                    </a:cubicBezTo>
                    <a:cubicBezTo>
                      <a:pt x="126" y="530"/>
                      <a:pt x="116" y="530"/>
                      <a:pt x="116" y="495"/>
                    </a:cubicBezTo>
                    <a:cubicBezTo>
                      <a:pt x="116" y="330"/>
                      <a:pt x="116" y="165"/>
                      <a:pt x="11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21" name="CustomShape 81"/>
              <p:cNvSpPr/>
              <p:nvPr/>
            </p:nvSpPr>
            <p:spPr>
              <a:xfrm>
                <a:off x="3925080" y="4925880"/>
                <a:ext cx="127440" cy="131400"/>
              </a:xfrm>
              <a:custGeom>
                <a:avLst/>
                <a:gdLst/>
                <a:ahLst/>
                <a:rect l="l" t="t" r="r" b="b"/>
                <a:pathLst>
                  <a:path w="358" h="369">
                    <a:moveTo>
                      <a:pt x="357" y="188"/>
                    </a:moveTo>
                    <a:cubicBezTo>
                      <a:pt x="357" y="85"/>
                      <a:pt x="277" y="0"/>
                      <a:pt x="178" y="0"/>
                    </a:cubicBezTo>
                    <a:cubicBezTo>
                      <a:pt x="77" y="0"/>
                      <a:pt x="0" y="87"/>
                      <a:pt x="0" y="188"/>
                    </a:cubicBezTo>
                    <a:cubicBezTo>
                      <a:pt x="0" y="290"/>
                      <a:pt x="84" y="368"/>
                      <a:pt x="178" y="368"/>
                    </a:cubicBezTo>
                    <a:cubicBezTo>
                      <a:pt x="274" y="368"/>
                      <a:pt x="357" y="290"/>
                      <a:pt x="357" y="188"/>
                    </a:cubicBezTo>
                    <a:moveTo>
                      <a:pt x="178" y="347"/>
                    </a:moveTo>
                    <a:cubicBezTo>
                      <a:pt x="144" y="347"/>
                      <a:pt x="110" y="331"/>
                      <a:pt x="87" y="295"/>
                    </a:cubicBezTo>
                    <a:cubicBezTo>
                      <a:pt x="66" y="258"/>
                      <a:pt x="66" y="210"/>
                      <a:pt x="66" y="181"/>
                    </a:cubicBezTo>
                    <a:cubicBezTo>
                      <a:pt x="66" y="151"/>
                      <a:pt x="66" y="108"/>
                      <a:pt x="87" y="71"/>
                    </a:cubicBezTo>
                    <a:cubicBezTo>
                      <a:pt x="107" y="34"/>
                      <a:pt x="146" y="18"/>
                      <a:pt x="178" y="18"/>
                    </a:cubicBezTo>
                    <a:cubicBezTo>
                      <a:pt x="213" y="18"/>
                      <a:pt x="249" y="37"/>
                      <a:pt x="270" y="71"/>
                    </a:cubicBezTo>
                    <a:cubicBezTo>
                      <a:pt x="290" y="105"/>
                      <a:pt x="290" y="151"/>
                      <a:pt x="290" y="181"/>
                    </a:cubicBezTo>
                    <a:cubicBezTo>
                      <a:pt x="290" y="210"/>
                      <a:pt x="290" y="254"/>
                      <a:pt x="272" y="288"/>
                    </a:cubicBezTo>
                    <a:cubicBezTo>
                      <a:pt x="254" y="325"/>
                      <a:pt x="219" y="347"/>
                      <a:pt x="178" y="347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22" name="CustomShape 82"/>
              <p:cNvSpPr/>
              <p:nvPr/>
            </p:nvSpPr>
            <p:spPr>
              <a:xfrm>
                <a:off x="4070160" y="4924440"/>
                <a:ext cx="131760" cy="188640"/>
              </a:xfrm>
              <a:custGeom>
                <a:avLst/>
                <a:gdLst/>
                <a:ahLst/>
                <a:rect l="l" t="t" r="r" b="b"/>
                <a:pathLst>
                  <a:path w="370" h="528">
                    <a:moveTo>
                      <a:pt x="156" y="226"/>
                    </a:moveTo>
                    <a:cubicBezTo>
                      <a:pt x="87" y="226"/>
                      <a:pt x="87" y="146"/>
                      <a:pt x="87" y="128"/>
                    </a:cubicBezTo>
                    <a:cubicBezTo>
                      <a:pt x="87" y="105"/>
                      <a:pt x="87" y="80"/>
                      <a:pt x="98" y="59"/>
                    </a:cubicBezTo>
                    <a:cubicBezTo>
                      <a:pt x="105" y="50"/>
                      <a:pt x="123" y="27"/>
                      <a:pt x="156" y="27"/>
                    </a:cubicBezTo>
                    <a:cubicBezTo>
                      <a:pt x="227" y="27"/>
                      <a:pt x="227" y="107"/>
                      <a:pt x="227" y="125"/>
                    </a:cubicBezTo>
                    <a:cubicBezTo>
                      <a:pt x="227" y="148"/>
                      <a:pt x="224" y="173"/>
                      <a:pt x="213" y="194"/>
                    </a:cubicBezTo>
                    <a:cubicBezTo>
                      <a:pt x="206" y="203"/>
                      <a:pt x="188" y="226"/>
                      <a:pt x="156" y="226"/>
                    </a:cubicBezTo>
                    <a:moveTo>
                      <a:pt x="62" y="258"/>
                    </a:moveTo>
                    <a:cubicBezTo>
                      <a:pt x="62" y="253"/>
                      <a:pt x="62" y="235"/>
                      <a:pt x="75" y="219"/>
                    </a:cubicBezTo>
                    <a:cubicBezTo>
                      <a:pt x="107" y="242"/>
                      <a:pt x="139" y="244"/>
                      <a:pt x="156" y="244"/>
                    </a:cubicBezTo>
                    <a:cubicBezTo>
                      <a:pt x="231" y="244"/>
                      <a:pt x="286" y="189"/>
                      <a:pt x="286" y="128"/>
                    </a:cubicBezTo>
                    <a:cubicBezTo>
                      <a:pt x="286" y="98"/>
                      <a:pt x="272" y="68"/>
                      <a:pt x="254" y="50"/>
                    </a:cubicBezTo>
                    <a:cubicBezTo>
                      <a:pt x="282" y="22"/>
                      <a:pt x="311" y="18"/>
                      <a:pt x="325" y="18"/>
                    </a:cubicBezTo>
                    <a:cubicBezTo>
                      <a:pt x="327" y="18"/>
                      <a:pt x="332" y="18"/>
                      <a:pt x="334" y="18"/>
                    </a:cubicBezTo>
                    <a:cubicBezTo>
                      <a:pt x="325" y="22"/>
                      <a:pt x="320" y="32"/>
                      <a:pt x="320" y="41"/>
                    </a:cubicBezTo>
                    <a:cubicBezTo>
                      <a:pt x="320" y="54"/>
                      <a:pt x="332" y="64"/>
                      <a:pt x="343" y="64"/>
                    </a:cubicBezTo>
                    <a:cubicBezTo>
                      <a:pt x="353" y="64"/>
                      <a:pt x="369" y="59"/>
                      <a:pt x="369" y="41"/>
                    </a:cubicBezTo>
                    <a:cubicBezTo>
                      <a:pt x="369" y="27"/>
                      <a:pt x="357" y="0"/>
                      <a:pt x="327" y="0"/>
                    </a:cubicBezTo>
                    <a:cubicBezTo>
                      <a:pt x="311" y="0"/>
                      <a:pt x="275" y="4"/>
                      <a:pt x="240" y="38"/>
                    </a:cubicBezTo>
                    <a:cubicBezTo>
                      <a:pt x="208" y="11"/>
                      <a:pt x="174" y="9"/>
                      <a:pt x="156" y="9"/>
                    </a:cubicBezTo>
                    <a:cubicBezTo>
                      <a:pt x="80" y="9"/>
                      <a:pt x="25" y="64"/>
                      <a:pt x="25" y="125"/>
                    </a:cubicBezTo>
                    <a:cubicBezTo>
                      <a:pt x="25" y="162"/>
                      <a:pt x="43" y="192"/>
                      <a:pt x="64" y="208"/>
                    </a:cubicBezTo>
                    <a:cubicBezTo>
                      <a:pt x="52" y="221"/>
                      <a:pt x="39" y="246"/>
                      <a:pt x="39" y="276"/>
                    </a:cubicBezTo>
                    <a:cubicBezTo>
                      <a:pt x="39" y="299"/>
                      <a:pt x="48" y="331"/>
                      <a:pt x="73" y="347"/>
                    </a:cubicBezTo>
                    <a:cubicBezTo>
                      <a:pt x="25" y="361"/>
                      <a:pt x="0" y="395"/>
                      <a:pt x="0" y="427"/>
                    </a:cubicBezTo>
                    <a:cubicBezTo>
                      <a:pt x="0" y="484"/>
                      <a:pt x="80" y="527"/>
                      <a:pt x="178" y="527"/>
                    </a:cubicBezTo>
                    <a:cubicBezTo>
                      <a:pt x="272" y="527"/>
                      <a:pt x="357" y="486"/>
                      <a:pt x="357" y="425"/>
                    </a:cubicBezTo>
                    <a:cubicBezTo>
                      <a:pt x="357" y="397"/>
                      <a:pt x="346" y="356"/>
                      <a:pt x="304" y="333"/>
                    </a:cubicBezTo>
                    <a:cubicBezTo>
                      <a:pt x="261" y="310"/>
                      <a:pt x="215" y="310"/>
                      <a:pt x="165" y="310"/>
                    </a:cubicBezTo>
                    <a:cubicBezTo>
                      <a:pt x="146" y="310"/>
                      <a:pt x="110" y="310"/>
                      <a:pt x="105" y="310"/>
                    </a:cubicBezTo>
                    <a:cubicBezTo>
                      <a:pt x="80" y="308"/>
                      <a:pt x="62" y="283"/>
                      <a:pt x="62" y="258"/>
                    </a:cubicBezTo>
                    <a:moveTo>
                      <a:pt x="178" y="509"/>
                    </a:moveTo>
                    <a:cubicBezTo>
                      <a:pt x="98" y="509"/>
                      <a:pt x="41" y="468"/>
                      <a:pt x="41" y="427"/>
                    </a:cubicBezTo>
                    <a:cubicBezTo>
                      <a:pt x="41" y="390"/>
                      <a:pt x="73" y="361"/>
                      <a:pt x="107" y="358"/>
                    </a:cubicBezTo>
                    <a:cubicBezTo>
                      <a:pt x="123" y="358"/>
                      <a:pt x="139" y="358"/>
                      <a:pt x="156" y="358"/>
                    </a:cubicBezTo>
                    <a:cubicBezTo>
                      <a:pt x="224" y="358"/>
                      <a:pt x="314" y="358"/>
                      <a:pt x="314" y="427"/>
                    </a:cubicBezTo>
                    <a:cubicBezTo>
                      <a:pt x="314" y="470"/>
                      <a:pt x="256" y="509"/>
                      <a:pt x="178" y="50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23" name="CustomShape 83"/>
              <p:cNvSpPr/>
              <p:nvPr/>
            </p:nvSpPr>
            <p:spPr>
              <a:xfrm>
                <a:off x="4244760" y="4838760"/>
                <a:ext cx="38520" cy="287640"/>
              </a:xfrm>
              <a:custGeom>
                <a:avLst/>
                <a:gdLst/>
                <a:ahLst/>
                <a:rect l="l" t="t" r="r" b="b"/>
                <a:pathLst>
                  <a:path w="111" h="803">
                    <a:moveTo>
                      <a:pt x="110" y="802"/>
                    </a:moveTo>
                    <a:cubicBezTo>
                      <a:pt x="110" y="791"/>
                      <a:pt x="110" y="781"/>
                      <a:pt x="110" y="770"/>
                    </a:cubicBezTo>
                    <a:cubicBezTo>
                      <a:pt x="84" y="770"/>
                      <a:pt x="58" y="770"/>
                      <a:pt x="32" y="770"/>
                    </a:cubicBezTo>
                    <a:cubicBezTo>
                      <a:pt x="32" y="524"/>
                      <a:pt x="32" y="278"/>
                      <a:pt x="32" y="32"/>
                    </a:cubicBezTo>
                    <a:cubicBezTo>
                      <a:pt x="58" y="32"/>
                      <a:pt x="84" y="32"/>
                      <a:pt x="110" y="32"/>
                    </a:cubicBezTo>
                    <a:cubicBezTo>
                      <a:pt x="110" y="21"/>
                      <a:pt x="110" y="11"/>
                      <a:pt x="110" y="0"/>
                    </a:cubicBezTo>
                    <a:cubicBezTo>
                      <a:pt x="74" y="0"/>
                      <a:pt x="37" y="0"/>
                      <a:pt x="0" y="0"/>
                    </a:cubicBezTo>
                    <a:cubicBezTo>
                      <a:pt x="0" y="267"/>
                      <a:pt x="0" y="535"/>
                      <a:pt x="0" y="802"/>
                    </a:cubicBezTo>
                    <a:cubicBezTo>
                      <a:pt x="37" y="802"/>
                      <a:pt x="74" y="802"/>
                      <a:pt x="110" y="80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24" name="CustomShape 84"/>
              <p:cNvSpPr/>
              <p:nvPr/>
            </p:nvSpPr>
            <p:spPr>
              <a:xfrm>
                <a:off x="4302720" y="4858560"/>
                <a:ext cx="205920" cy="195480"/>
              </a:xfrm>
              <a:custGeom>
                <a:avLst/>
                <a:gdLst/>
                <a:ahLst/>
                <a:rect l="l" t="t" r="r" b="b"/>
                <a:pathLst>
                  <a:path w="576" h="547">
                    <a:moveTo>
                      <a:pt x="213" y="292"/>
                    </a:moveTo>
                    <a:cubicBezTo>
                      <a:pt x="259" y="292"/>
                      <a:pt x="304" y="292"/>
                      <a:pt x="350" y="292"/>
                    </a:cubicBezTo>
                    <a:cubicBezTo>
                      <a:pt x="465" y="292"/>
                      <a:pt x="575" y="210"/>
                      <a:pt x="575" y="121"/>
                    </a:cubicBezTo>
                    <a:cubicBezTo>
                      <a:pt x="575" y="59"/>
                      <a:pt x="522" y="0"/>
                      <a:pt x="417" y="0"/>
                    </a:cubicBezTo>
                    <a:cubicBezTo>
                      <a:pt x="330" y="0"/>
                      <a:pt x="243" y="0"/>
                      <a:pt x="156" y="0"/>
                    </a:cubicBezTo>
                    <a:cubicBezTo>
                      <a:pt x="142" y="0"/>
                      <a:pt x="133" y="0"/>
                      <a:pt x="133" y="13"/>
                    </a:cubicBezTo>
                    <a:cubicBezTo>
                      <a:pt x="133" y="25"/>
                      <a:pt x="140" y="25"/>
                      <a:pt x="156" y="25"/>
                    </a:cubicBezTo>
                    <a:cubicBezTo>
                      <a:pt x="165" y="25"/>
                      <a:pt x="181" y="25"/>
                      <a:pt x="190" y="25"/>
                    </a:cubicBezTo>
                    <a:cubicBezTo>
                      <a:pt x="204" y="27"/>
                      <a:pt x="208" y="29"/>
                      <a:pt x="208" y="39"/>
                    </a:cubicBezTo>
                    <a:cubicBezTo>
                      <a:pt x="208" y="41"/>
                      <a:pt x="206" y="43"/>
                      <a:pt x="204" y="55"/>
                    </a:cubicBezTo>
                    <a:cubicBezTo>
                      <a:pt x="168" y="198"/>
                      <a:pt x="132" y="341"/>
                      <a:pt x="96" y="484"/>
                    </a:cubicBezTo>
                    <a:cubicBezTo>
                      <a:pt x="89" y="514"/>
                      <a:pt x="87" y="521"/>
                      <a:pt x="23" y="521"/>
                    </a:cubicBezTo>
                    <a:cubicBezTo>
                      <a:pt x="9" y="521"/>
                      <a:pt x="0" y="521"/>
                      <a:pt x="0" y="537"/>
                    </a:cubicBezTo>
                    <a:cubicBezTo>
                      <a:pt x="0" y="546"/>
                      <a:pt x="11" y="546"/>
                      <a:pt x="14" y="546"/>
                    </a:cubicBezTo>
                    <a:cubicBezTo>
                      <a:pt x="36" y="546"/>
                      <a:pt x="94" y="544"/>
                      <a:pt x="114" y="544"/>
                    </a:cubicBezTo>
                    <a:cubicBezTo>
                      <a:pt x="133" y="544"/>
                      <a:pt x="149" y="544"/>
                      <a:pt x="167" y="544"/>
                    </a:cubicBezTo>
                    <a:cubicBezTo>
                      <a:pt x="185" y="544"/>
                      <a:pt x="201" y="546"/>
                      <a:pt x="220" y="546"/>
                    </a:cubicBezTo>
                    <a:cubicBezTo>
                      <a:pt x="224" y="546"/>
                      <a:pt x="236" y="546"/>
                      <a:pt x="236" y="530"/>
                    </a:cubicBezTo>
                    <a:cubicBezTo>
                      <a:pt x="236" y="521"/>
                      <a:pt x="229" y="521"/>
                      <a:pt x="213" y="521"/>
                    </a:cubicBezTo>
                    <a:cubicBezTo>
                      <a:pt x="183" y="521"/>
                      <a:pt x="160" y="521"/>
                      <a:pt x="160" y="507"/>
                    </a:cubicBezTo>
                    <a:cubicBezTo>
                      <a:pt x="160" y="502"/>
                      <a:pt x="162" y="498"/>
                      <a:pt x="162" y="493"/>
                    </a:cubicBezTo>
                    <a:cubicBezTo>
                      <a:pt x="179" y="426"/>
                      <a:pt x="196" y="359"/>
                      <a:pt x="213" y="292"/>
                    </a:cubicBezTo>
                    <a:moveTo>
                      <a:pt x="270" y="55"/>
                    </a:moveTo>
                    <a:cubicBezTo>
                      <a:pt x="277" y="27"/>
                      <a:pt x="279" y="25"/>
                      <a:pt x="314" y="25"/>
                    </a:cubicBezTo>
                    <a:cubicBezTo>
                      <a:pt x="340" y="25"/>
                      <a:pt x="366" y="25"/>
                      <a:pt x="392" y="25"/>
                    </a:cubicBezTo>
                    <a:cubicBezTo>
                      <a:pt x="458" y="25"/>
                      <a:pt x="502" y="45"/>
                      <a:pt x="502" y="100"/>
                    </a:cubicBezTo>
                    <a:cubicBezTo>
                      <a:pt x="502" y="132"/>
                      <a:pt x="485" y="201"/>
                      <a:pt x="453" y="231"/>
                    </a:cubicBezTo>
                    <a:cubicBezTo>
                      <a:pt x="412" y="265"/>
                      <a:pt x="364" y="272"/>
                      <a:pt x="330" y="272"/>
                    </a:cubicBezTo>
                    <a:cubicBezTo>
                      <a:pt x="292" y="272"/>
                      <a:pt x="253" y="272"/>
                      <a:pt x="215" y="272"/>
                    </a:cubicBezTo>
                    <a:cubicBezTo>
                      <a:pt x="233" y="199"/>
                      <a:pt x="252" y="127"/>
                      <a:pt x="270" y="55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25" name="CustomShape 85"/>
              <p:cNvSpPr/>
              <p:nvPr/>
            </p:nvSpPr>
            <p:spPr>
              <a:xfrm>
                <a:off x="4546800" y="4838760"/>
                <a:ext cx="65520" cy="287640"/>
              </a:xfrm>
              <a:custGeom>
                <a:avLst/>
                <a:gdLst/>
                <a:ahLst/>
                <a:rect l="l" t="t" r="r" b="b"/>
                <a:pathLst>
                  <a:path w="186" h="803">
                    <a:moveTo>
                      <a:pt x="185" y="793"/>
                    </a:moveTo>
                    <a:cubicBezTo>
                      <a:pt x="185" y="791"/>
                      <a:pt x="185" y="791"/>
                      <a:pt x="172" y="777"/>
                    </a:cubicBezTo>
                    <a:cubicBezTo>
                      <a:pt x="71" y="674"/>
                      <a:pt x="46" y="523"/>
                      <a:pt x="46" y="400"/>
                    </a:cubicBezTo>
                    <a:cubicBezTo>
                      <a:pt x="46" y="260"/>
                      <a:pt x="76" y="121"/>
                      <a:pt x="176" y="23"/>
                    </a:cubicBezTo>
                    <a:cubicBezTo>
                      <a:pt x="185" y="11"/>
                      <a:pt x="185" y="11"/>
                      <a:pt x="185" y="9"/>
                    </a:cubicBezTo>
                    <a:cubicBezTo>
                      <a:pt x="185" y="2"/>
                      <a:pt x="183" y="0"/>
                      <a:pt x="179" y="0"/>
                    </a:cubicBezTo>
                    <a:cubicBezTo>
                      <a:pt x="169" y="0"/>
                      <a:pt x="96" y="55"/>
                      <a:pt x="50" y="158"/>
                    </a:cubicBezTo>
                    <a:cubicBezTo>
                      <a:pt x="9" y="244"/>
                      <a:pt x="0" y="334"/>
                      <a:pt x="0" y="400"/>
                    </a:cubicBezTo>
                    <a:cubicBezTo>
                      <a:pt x="0" y="464"/>
                      <a:pt x="7" y="560"/>
                      <a:pt x="53" y="651"/>
                    </a:cubicBezTo>
                    <a:cubicBezTo>
                      <a:pt x="101" y="749"/>
                      <a:pt x="169" y="802"/>
                      <a:pt x="179" y="802"/>
                    </a:cubicBezTo>
                    <a:cubicBezTo>
                      <a:pt x="183" y="802"/>
                      <a:pt x="185" y="800"/>
                      <a:pt x="185" y="79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26" name="CustomShape 86"/>
              <p:cNvSpPr/>
              <p:nvPr/>
            </p:nvSpPr>
            <p:spPr>
              <a:xfrm>
                <a:off x="4638960" y="4927680"/>
                <a:ext cx="132840" cy="185400"/>
              </a:xfrm>
              <a:custGeom>
                <a:avLst/>
                <a:gdLst/>
                <a:ahLst/>
                <a:rect l="l" t="t" r="r" b="b"/>
                <a:pathLst>
                  <a:path w="373" h="519">
                    <a:moveTo>
                      <a:pt x="367" y="50"/>
                    </a:moveTo>
                    <a:cubicBezTo>
                      <a:pt x="372" y="39"/>
                      <a:pt x="372" y="36"/>
                      <a:pt x="372" y="32"/>
                    </a:cubicBezTo>
                    <a:cubicBezTo>
                      <a:pt x="372" y="16"/>
                      <a:pt x="360" y="9"/>
                      <a:pt x="349" y="9"/>
                    </a:cubicBezTo>
                    <a:cubicBezTo>
                      <a:pt x="340" y="9"/>
                      <a:pt x="326" y="13"/>
                      <a:pt x="319" y="25"/>
                    </a:cubicBezTo>
                    <a:cubicBezTo>
                      <a:pt x="319" y="29"/>
                      <a:pt x="312" y="55"/>
                      <a:pt x="307" y="68"/>
                    </a:cubicBezTo>
                    <a:cubicBezTo>
                      <a:pt x="303" y="89"/>
                      <a:pt x="296" y="112"/>
                      <a:pt x="291" y="132"/>
                    </a:cubicBezTo>
                    <a:cubicBezTo>
                      <a:pt x="279" y="180"/>
                      <a:pt x="267" y="228"/>
                      <a:pt x="255" y="276"/>
                    </a:cubicBezTo>
                    <a:cubicBezTo>
                      <a:pt x="252" y="290"/>
                      <a:pt x="218" y="345"/>
                      <a:pt x="165" y="345"/>
                    </a:cubicBezTo>
                    <a:cubicBezTo>
                      <a:pt x="124" y="345"/>
                      <a:pt x="115" y="310"/>
                      <a:pt x="115" y="281"/>
                    </a:cubicBezTo>
                    <a:cubicBezTo>
                      <a:pt x="115" y="244"/>
                      <a:pt x="129" y="194"/>
                      <a:pt x="156" y="123"/>
                    </a:cubicBezTo>
                    <a:cubicBezTo>
                      <a:pt x="168" y="91"/>
                      <a:pt x="172" y="82"/>
                      <a:pt x="172" y="66"/>
                    </a:cubicBezTo>
                    <a:cubicBezTo>
                      <a:pt x="172" y="29"/>
                      <a:pt x="147" y="0"/>
                      <a:pt x="106" y="0"/>
                    </a:cubicBezTo>
                    <a:cubicBezTo>
                      <a:pt x="30" y="0"/>
                      <a:pt x="0" y="116"/>
                      <a:pt x="0" y="123"/>
                    </a:cubicBezTo>
                    <a:cubicBezTo>
                      <a:pt x="0" y="132"/>
                      <a:pt x="7" y="132"/>
                      <a:pt x="10" y="132"/>
                    </a:cubicBezTo>
                    <a:cubicBezTo>
                      <a:pt x="17" y="132"/>
                      <a:pt x="19" y="130"/>
                      <a:pt x="23" y="116"/>
                    </a:cubicBezTo>
                    <a:cubicBezTo>
                      <a:pt x="44" y="41"/>
                      <a:pt x="76" y="18"/>
                      <a:pt x="104" y="18"/>
                    </a:cubicBezTo>
                    <a:cubicBezTo>
                      <a:pt x="110" y="18"/>
                      <a:pt x="124" y="18"/>
                      <a:pt x="124" y="43"/>
                    </a:cubicBezTo>
                    <a:cubicBezTo>
                      <a:pt x="124" y="64"/>
                      <a:pt x="115" y="84"/>
                      <a:pt x="110" y="100"/>
                    </a:cubicBezTo>
                    <a:cubicBezTo>
                      <a:pt x="78" y="185"/>
                      <a:pt x="62" y="230"/>
                      <a:pt x="62" y="267"/>
                    </a:cubicBezTo>
                    <a:cubicBezTo>
                      <a:pt x="62" y="338"/>
                      <a:pt x="115" y="363"/>
                      <a:pt x="161" y="363"/>
                    </a:cubicBezTo>
                    <a:cubicBezTo>
                      <a:pt x="193" y="363"/>
                      <a:pt x="220" y="349"/>
                      <a:pt x="243" y="326"/>
                    </a:cubicBezTo>
                    <a:cubicBezTo>
                      <a:pt x="232" y="368"/>
                      <a:pt x="223" y="409"/>
                      <a:pt x="191" y="450"/>
                    </a:cubicBezTo>
                    <a:cubicBezTo>
                      <a:pt x="170" y="477"/>
                      <a:pt x="138" y="500"/>
                      <a:pt x="101" y="500"/>
                    </a:cubicBezTo>
                    <a:cubicBezTo>
                      <a:pt x="90" y="500"/>
                      <a:pt x="55" y="498"/>
                      <a:pt x="42" y="468"/>
                    </a:cubicBezTo>
                    <a:cubicBezTo>
                      <a:pt x="53" y="468"/>
                      <a:pt x="65" y="468"/>
                      <a:pt x="76" y="457"/>
                    </a:cubicBezTo>
                    <a:cubicBezTo>
                      <a:pt x="83" y="450"/>
                      <a:pt x="92" y="441"/>
                      <a:pt x="92" y="425"/>
                    </a:cubicBezTo>
                    <a:cubicBezTo>
                      <a:pt x="92" y="400"/>
                      <a:pt x="69" y="397"/>
                      <a:pt x="62" y="397"/>
                    </a:cubicBezTo>
                    <a:cubicBezTo>
                      <a:pt x="44" y="397"/>
                      <a:pt x="17" y="409"/>
                      <a:pt x="17" y="450"/>
                    </a:cubicBezTo>
                    <a:cubicBezTo>
                      <a:pt x="17" y="489"/>
                      <a:pt x="53" y="518"/>
                      <a:pt x="101" y="518"/>
                    </a:cubicBezTo>
                    <a:cubicBezTo>
                      <a:pt x="186" y="518"/>
                      <a:pt x="269" y="445"/>
                      <a:pt x="291" y="356"/>
                    </a:cubicBezTo>
                    <a:cubicBezTo>
                      <a:pt x="317" y="254"/>
                      <a:pt x="342" y="152"/>
                      <a:pt x="367" y="5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27" name="CustomShape 87"/>
              <p:cNvSpPr/>
              <p:nvPr/>
            </p:nvSpPr>
            <p:spPr>
              <a:xfrm>
                <a:off x="4794840" y="4964760"/>
                <a:ext cx="72360" cy="132840"/>
              </a:xfrm>
              <a:custGeom>
                <a:avLst/>
                <a:gdLst/>
                <a:ahLst/>
                <a:rect l="l" t="t" r="r" b="b"/>
                <a:pathLst>
                  <a:path w="205" h="373">
                    <a:moveTo>
                      <a:pt x="126" y="16"/>
                    </a:moveTo>
                    <a:cubicBezTo>
                      <a:pt x="126" y="0"/>
                      <a:pt x="126" y="0"/>
                      <a:pt x="110" y="0"/>
                    </a:cubicBezTo>
                    <a:cubicBezTo>
                      <a:pt x="74" y="34"/>
                      <a:pt x="23" y="34"/>
                      <a:pt x="0" y="34"/>
                    </a:cubicBezTo>
                    <a:cubicBezTo>
                      <a:pt x="0" y="41"/>
                      <a:pt x="0" y="48"/>
                      <a:pt x="0" y="54"/>
                    </a:cubicBezTo>
                    <a:cubicBezTo>
                      <a:pt x="14" y="54"/>
                      <a:pt x="51" y="54"/>
                      <a:pt x="81" y="38"/>
                    </a:cubicBezTo>
                    <a:cubicBezTo>
                      <a:pt x="81" y="134"/>
                      <a:pt x="81" y="230"/>
                      <a:pt x="81" y="326"/>
                    </a:cubicBezTo>
                    <a:cubicBezTo>
                      <a:pt x="81" y="345"/>
                      <a:pt x="81" y="351"/>
                      <a:pt x="26" y="351"/>
                    </a:cubicBezTo>
                    <a:cubicBezTo>
                      <a:pt x="18" y="351"/>
                      <a:pt x="10" y="351"/>
                      <a:pt x="3" y="351"/>
                    </a:cubicBezTo>
                    <a:cubicBezTo>
                      <a:pt x="3" y="358"/>
                      <a:pt x="3" y="365"/>
                      <a:pt x="3" y="372"/>
                    </a:cubicBezTo>
                    <a:cubicBezTo>
                      <a:pt x="14" y="370"/>
                      <a:pt x="83" y="370"/>
                      <a:pt x="104" y="370"/>
                    </a:cubicBezTo>
                    <a:cubicBezTo>
                      <a:pt x="122" y="370"/>
                      <a:pt x="193" y="370"/>
                      <a:pt x="204" y="372"/>
                    </a:cubicBezTo>
                    <a:cubicBezTo>
                      <a:pt x="204" y="365"/>
                      <a:pt x="204" y="358"/>
                      <a:pt x="204" y="351"/>
                    </a:cubicBezTo>
                    <a:cubicBezTo>
                      <a:pt x="197" y="351"/>
                      <a:pt x="191" y="351"/>
                      <a:pt x="184" y="351"/>
                    </a:cubicBezTo>
                    <a:cubicBezTo>
                      <a:pt x="126" y="351"/>
                      <a:pt x="126" y="345"/>
                      <a:pt x="126" y="326"/>
                    </a:cubicBezTo>
                    <a:cubicBezTo>
                      <a:pt x="126" y="223"/>
                      <a:pt x="126" y="119"/>
                      <a:pt x="126" y="16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28" name="CustomShape 88"/>
              <p:cNvSpPr/>
              <p:nvPr/>
            </p:nvSpPr>
            <p:spPr>
              <a:xfrm>
                <a:off x="5017680" y="4838760"/>
                <a:ext cx="10440" cy="287640"/>
              </a:xfrm>
              <a:custGeom>
                <a:avLst/>
                <a:gdLst/>
                <a:ahLst/>
                <a:rect l="l" t="t" r="r" b="b"/>
                <a:pathLst>
                  <a:path w="33" h="803">
                    <a:moveTo>
                      <a:pt x="32" y="30"/>
                    </a:moveTo>
                    <a:cubicBezTo>
                      <a:pt x="32" y="16"/>
                      <a:pt x="32" y="0"/>
                      <a:pt x="16" y="0"/>
                    </a:cubicBezTo>
                    <a:cubicBezTo>
                      <a:pt x="0" y="0"/>
                      <a:pt x="0" y="16"/>
                      <a:pt x="0" y="30"/>
                    </a:cubicBezTo>
                    <a:cubicBezTo>
                      <a:pt x="0" y="277"/>
                      <a:pt x="0" y="525"/>
                      <a:pt x="0" y="772"/>
                    </a:cubicBezTo>
                    <a:cubicBezTo>
                      <a:pt x="0" y="786"/>
                      <a:pt x="0" y="802"/>
                      <a:pt x="16" y="802"/>
                    </a:cubicBezTo>
                    <a:cubicBezTo>
                      <a:pt x="32" y="802"/>
                      <a:pt x="32" y="786"/>
                      <a:pt x="32" y="772"/>
                    </a:cubicBezTo>
                    <a:cubicBezTo>
                      <a:pt x="32" y="525"/>
                      <a:pt x="32" y="277"/>
                      <a:pt x="32" y="3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29" name="CustomShape 89"/>
              <p:cNvSpPr/>
              <p:nvPr/>
            </p:nvSpPr>
            <p:spPr>
              <a:xfrm>
                <a:off x="5156280" y="4927680"/>
                <a:ext cx="161280" cy="129600"/>
              </a:xfrm>
              <a:custGeom>
                <a:avLst/>
                <a:gdLst/>
                <a:ahLst/>
                <a:rect l="l" t="t" r="r" b="b"/>
                <a:pathLst>
                  <a:path w="452" h="364">
                    <a:moveTo>
                      <a:pt x="350" y="164"/>
                    </a:moveTo>
                    <a:cubicBezTo>
                      <a:pt x="350" y="39"/>
                      <a:pt x="275" y="0"/>
                      <a:pt x="215" y="0"/>
                    </a:cubicBezTo>
                    <a:cubicBezTo>
                      <a:pt x="105" y="0"/>
                      <a:pt x="0" y="114"/>
                      <a:pt x="0" y="228"/>
                    </a:cubicBezTo>
                    <a:cubicBezTo>
                      <a:pt x="0" y="301"/>
                      <a:pt x="48" y="363"/>
                      <a:pt x="130" y="363"/>
                    </a:cubicBezTo>
                    <a:cubicBezTo>
                      <a:pt x="181" y="363"/>
                      <a:pt x="238" y="345"/>
                      <a:pt x="300" y="297"/>
                    </a:cubicBezTo>
                    <a:cubicBezTo>
                      <a:pt x="309" y="338"/>
                      <a:pt x="337" y="363"/>
                      <a:pt x="373" y="363"/>
                    </a:cubicBezTo>
                    <a:cubicBezTo>
                      <a:pt x="415" y="363"/>
                      <a:pt x="440" y="320"/>
                      <a:pt x="440" y="306"/>
                    </a:cubicBezTo>
                    <a:cubicBezTo>
                      <a:pt x="440" y="301"/>
                      <a:pt x="435" y="299"/>
                      <a:pt x="431" y="299"/>
                    </a:cubicBezTo>
                    <a:cubicBezTo>
                      <a:pt x="426" y="299"/>
                      <a:pt x="424" y="301"/>
                      <a:pt x="421" y="306"/>
                    </a:cubicBezTo>
                    <a:cubicBezTo>
                      <a:pt x="405" y="345"/>
                      <a:pt x="378" y="345"/>
                      <a:pt x="376" y="345"/>
                    </a:cubicBezTo>
                    <a:cubicBezTo>
                      <a:pt x="350" y="345"/>
                      <a:pt x="350" y="283"/>
                      <a:pt x="350" y="265"/>
                    </a:cubicBezTo>
                    <a:cubicBezTo>
                      <a:pt x="350" y="246"/>
                      <a:pt x="350" y="244"/>
                      <a:pt x="357" y="235"/>
                    </a:cubicBezTo>
                    <a:cubicBezTo>
                      <a:pt x="435" y="141"/>
                      <a:pt x="420" y="110"/>
                      <a:pt x="451" y="48"/>
                    </a:cubicBezTo>
                    <a:cubicBezTo>
                      <a:pt x="451" y="45"/>
                      <a:pt x="451" y="39"/>
                      <a:pt x="442" y="39"/>
                    </a:cubicBezTo>
                    <a:cubicBezTo>
                      <a:pt x="433" y="39"/>
                      <a:pt x="433" y="41"/>
                      <a:pt x="428" y="57"/>
                    </a:cubicBezTo>
                    <a:cubicBezTo>
                      <a:pt x="415" y="107"/>
                      <a:pt x="387" y="167"/>
                      <a:pt x="350" y="215"/>
                    </a:cubicBezTo>
                    <a:cubicBezTo>
                      <a:pt x="350" y="198"/>
                      <a:pt x="350" y="181"/>
                      <a:pt x="350" y="164"/>
                    </a:cubicBezTo>
                    <a:moveTo>
                      <a:pt x="295" y="274"/>
                    </a:moveTo>
                    <a:cubicBezTo>
                      <a:pt x="227" y="336"/>
                      <a:pt x="163" y="345"/>
                      <a:pt x="130" y="345"/>
                    </a:cubicBezTo>
                    <a:cubicBezTo>
                      <a:pt x="82" y="345"/>
                      <a:pt x="59" y="310"/>
                      <a:pt x="59" y="258"/>
                    </a:cubicBezTo>
                    <a:cubicBezTo>
                      <a:pt x="59" y="219"/>
                      <a:pt x="80" y="132"/>
                      <a:pt x="105" y="91"/>
                    </a:cubicBezTo>
                    <a:cubicBezTo>
                      <a:pt x="144" y="34"/>
                      <a:pt x="188" y="18"/>
                      <a:pt x="215" y="18"/>
                    </a:cubicBezTo>
                    <a:cubicBezTo>
                      <a:pt x="295" y="18"/>
                      <a:pt x="295" y="123"/>
                      <a:pt x="295" y="185"/>
                    </a:cubicBezTo>
                    <a:cubicBezTo>
                      <a:pt x="295" y="215"/>
                      <a:pt x="295" y="260"/>
                      <a:pt x="295" y="274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0" name="CustomShape 90"/>
              <p:cNvSpPr/>
              <p:nvPr/>
            </p:nvSpPr>
            <p:spPr>
              <a:xfrm>
                <a:off x="5355720" y="5024520"/>
                <a:ext cx="32760" cy="85320"/>
              </a:xfrm>
              <a:custGeom>
                <a:avLst/>
                <a:gdLst/>
                <a:ahLst/>
                <a:rect l="l" t="t" r="r" b="b"/>
                <a:pathLst>
                  <a:path w="95" h="241">
                    <a:moveTo>
                      <a:pt x="94" y="85"/>
                    </a:moveTo>
                    <a:cubicBezTo>
                      <a:pt x="94" y="32"/>
                      <a:pt x="74" y="0"/>
                      <a:pt x="42" y="0"/>
                    </a:cubicBezTo>
                    <a:cubicBezTo>
                      <a:pt x="16" y="0"/>
                      <a:pt x="0" y="21"/>
                      <a:pt x="0" y="44"/>
                    </a:cubicBezTo>
                    <a:cubicBezTo>
                      <a:pt x="0" y="64"/>
                      <a:pt x="16" y="85"/>
                      <a:pt x="42" y="85"/>
                    </a:cubicBezTo>
                    <a:cubicBezTo>
                      <a:pt x="53" y="85"/>
                      <a:pt x="62" y="83"/>
                      <a:pt x="71" y="76"/>
                    </a:cubicBezTo>
                    <a:cubicBezTo>
                      <a:pt x="74" y="73"/>
                      <a:pt x="73" y="74"/>
                      <a:pt x="74" y="73"/>
                    </a:cubicBezTo>
                    <a:cubicBezTo>
                      <a:pt x="76" y="73"/>
                      <a:pt x="76" y="73"/>
                      <a:pt x="76" y="85"/>
                    </a:cubicBezTo>
                    <a:cubicBezTo>
                      <a:pt x="76" y="144"/>
                      <a:pt x="48" y="192"/>
                      <a:pt x="21" y="217"/>
                    </a:cubicBezTo>
                    <a:cubicBezTo>
                      <a:pt x="11" y="226"/>
                      <a:pt x="12" y="229"/>
                      <a:pt x="12" y="231"/>
                    </a:cubicBezTo>
                    <a:cubicBezTo>
                      <a:pt x="12" y="236"/>
                      <a:pt x="16" y="240"/>
                      <a:pt x="21" y="240"/>
                    </a:cubicBezTo>
                    <a:cubicBezTo>
                      <a:pt x="30" y="240"/>
                      <a:pt x="94" y="179"/>
                      <a:pt x="94" y="85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1" name="CustomShape 91"/>
              <p:cNvSpPr/>
              <p:nvPr/>
            </p:nvSpPr>
            <p:spPr>
              <a:xfrm>
                <a:off x="5468040" y="4851720"/>
                <a:ext cx="157320" cy="258120"/>
              </a:xfrm>
              <a:custGeom>
                <a:avLst/>
                <a:gdLst/>
                <a:ahLst/>
                <a:rect l="l" t="t" r="r" b="b"/>
                <a:pathLst>
                  <a:path w="441" h="721">
                    <a:moveTo>
                      <a:pt x="440" y="110"/>
                    </a:moveTo>
                    <a:cubicBezTo>
                      <a:pt x="440" y="48"/>
                      <a:pt x="394" y="0"/>
                      <a:pt x="330" y="0"/>
                    </a:cubicBezTo>
                    <a:cubicBezTo>
                      <a:pt x="284" y="0"/>
                      <a:pt x="261" y="12"/>
                      <a:pt x="231" y="32"/>
                    </a:cubicBezTo>
                    <a:cubicBezTo>
                      <a:pt x="188" y="64"/>
                      <a:pt x="144" y="142"/>
                      <a:pt x="128" y="204"/>
                    </a:cubicBezTo>
                    <a:cubicBezTo>
                      <a:pt x="85" y="374"/>
                      <a:pt x="43" y="544"/>
                      <a:pt x="0" y="713"/>
                    </a:cubicBezTo>
                    <a:cubicBezTo>
                      <a:pt x="0" y="716"/>
                      <a:pt x="3" y="720"/>
                      <a:pt x="9" y="720"/>
                    </a:cubicBezTo>
                    <a:cubicBezTo>
                      <a:pt x="15" y="720"/>
                      <a:pt x="18" y="718"/>
                      <a:pt x="21" y="716"/>
                    </a:cubicBezTo>
                    <a:cubicBezTo>
                      <a:pt x="39" y="643"/>
                      <a:pt x="57" y="569"/>
                      <a:pt x="75" y="496"/>
                    </a:cubicBezTo>
                    <a:cubicBezTo>
                      <a:pt x="92" y="544"/>
                      <a:pt x="126" y="574"/>
                      <a:pt x="185" y="574"/>
                    </a:cubicBezTo>
                    <a:cubicBezTo>
                      <a:pt x="245" y="574"/>
                      <a:pt x="305" y="544"/>
                      <a:pt x="341" y="510"/>
                    </a:cubicBezTo>
                    <a:cubicBezTo>
                      <a:pt x="380" y="473"/>
                      <a:pt x="405" y="421"/>
                      <a:pt x="405" y="362"/>
                    </a:cubicBezTo>
                    <a:cubicBezTo>
                      <a:pt x="405" y="304"/>
                      <a:pt x="376" y="263"/>
                      <a:pt x="346" y="243"/>
                    </a:cubicBezTo>
                    <a:cubicBezTo>
                      <a:pt x="394" y="218"/>
                      <a:pt x="440" y="167"/>
                      <a:pt x="440" y="110"/>
                    </a:cubicBezTo>
                    <a:moveTo>
                      <a:pt x="293" y="243"/>
                    </a:moveTo>
                    <a:cubicBezTo>
                      <a:pt x="284" y="247"/>
                      <a:pt x="275" y="247"/>
                      <a:pt x="256" y="247"/>
                    </a:cubicBezTo>
                    <a:cubicBezTo>
                      <a:pt x="245" y="247"/>
                      <a:pt x="229" y="250"/>
                      <a:pt x="220" y="245"/>
                    </a:cubicBezTo>
                    <a:cubicBezTo>
                      <a:pt x="222" y="236"/>
                      <a:pt x="250" y="238"/>
                      <a:pt x="259" y="238"/>
                    </a:cubicBezTo>
                    <a:cubicBezTo>
                      <a:pt x="277" y="238"/>
                      <a:pt x="284" y="238"/>
                      <a:pt x="293" y="243"/>
                    </a:cubicBezTo>
                    <a:moveTo>
                      <a:pt x="394" y="92"/>
                    </a:moveTo>
                    <a:cubicBezTo>
                      <a:pt x="394" y="147"/>
                      <a:pt x="364" y="204"/>
                      <a:pt x="321" y="229"/>
                    </a:cubicBezTo>
                    <a:cubicBezTo>
                      <a:pt x="300" y="222"/>
                      <a:pt x="284" y="220"/>
                      <a:pt x="259" y="220"/>
                    </a:cubicBezTo>
                    <a:cubicBezTo>
                      <a:pt x="243" y="220"/>
                      <a:pt x="197" y="220"/>
                      <a:pt x="197" y="245"/>
                    </a:cubicBezTo>
                    <a:cubicBezTo>
                      <a:pt x="197" y="268"/>
                      <a:pt x="238" y="266"/>
                      <a:pt x="254" y="266"/>
                    </a:cubicBezTo>
                    <a:cubicBezTo>
                      <a:pt x="284" y="266"/>
                      <a:pt x="295" y="266"/>
                      <a:pt x="318" y="254"/>
                    </a:cubicBezTo>
                    <a:cubicBezTo>
                      <a:pt x="350" y="284"/>
                      <a:pt x="353" y="309"/>
                      <a:pt x="355" y="346"/>
                    </a:cubicBezTo>
                    <a:cubicBezTo>
                      <a:pt x="357" y="391"/>
                      <a:pt x="337" y="453"/>
                      <a:pt x="314" y="483"/>
                    </a:cubicBezTo>
                    <a:cubicBezTo>
                      <a:pt x="284" y="526"/>
                      <a:pt x="229" y="556"/>
                      <a:pt x="183" y="556"/>
                    </a:cubicBezTo>
                    <a:cubicBezTo>
                      <a:pt x="121" y="556"/>
                      <a:pt x="92" y="510"/>
                      <a:pt x="92" y="453"/>
                    </a:cubicBezTo>
                    <a:cubicBezTo>
                      <a:pt x="92" y="444"/>
                      <a:pt x="92" y="432"/>
                      <a:pt x="96" y="416"/>
                    </a:cubicBezTo>
                    <a:cubicBezTo>
                      <a:pt x="113" y="349"/>
                      <a:pt x="130" y="282"/>
                      <a:pt x="147" y="215"/>
                    </a:cubicBezTo>
                    <a:cubicBezTo>
                      <a:pt x="165" y="144"/>
                      <a:pt x="222" y="19"/>
                      <a:pt x="318" y="19"/>
                    </a:cubicBezTo>
                    <a:cubicBezTo>
                      <a:pt x="366" y="19"/>
                      <a:pt x="394" y="44"/>
                      <a:pt x="394" y="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2" name="CustomShape 92"/>
              <p:cNvSpPr/>
              <p:nvPr/>
            </p:nvSpPr>
            <p:spPr>
              <a:xfrm>
                <a:off x="5655240" y="4838760"/>
                <a:ext cx="66600" cy="287640"/>
              </a:xfrm>
              <a:custGeom>
                <a:avLst/>
                <a:gdLst/>
                <a:ahLst/>
                <a:rect l="l" t="t" r="r" b="b"/>
                <a:pathLst>
                  <a:path w="189" h="803">
                    <a:moveTo>
                      <a:pt x="188" y="400"/>
                    </a:moveTo>
                    <a:cubicBezTo>
                      <a:pt x="188" y="338"/>
                      <a:pt x="179" y="242"/>
                      <a:pt x="133" y="151"/>
                    </a:cubicBezTo>
                    <a:cubicBezTo>
                      <a:pt x="85" y="52"/>
                      <a:pt x="16" y="0"/>
                      <a:pt x="9" y="0"/>
                    </a:cubicBezTo>
                    <a:cubicBezTo>
                      <a:pt x="2" y="0"/>
                      <a:pt x="0" y="4"/>
                      <a:pt x="0" y="9"/>
                    </a:cubicBezTo>
                    <a:cubicBezTo>
                      <a:pt x="0" y="11"/>
                      <a:pt x="0" y="11"/>
                      <a:pt x="16" y="27"/>
                    </a:cubicBezTo>
                    <a:cubicBezTo>
                      <a:pt x="94" y="105"/>
                      <a:pt x="140" y="233"/>
                      <a:pt x="140" y="400"/>
                    </a:cubicBezTo>
                    <a:cubicBezTo>
                      <a:pt x="140" y="537"/>
                      <a:pt x="110" y="679"/>
                      <a:pt x="11" y="779"/>
                    </a:cubicBezTo>
                    <a:cubicBezTo>
                      <a:pt x="0" y="791"/>
                      <a:pt x="0" y="791"/>
                      <a:pt x="0" y="793"/>
                    </a:cubicBezTo>
                    <a:cubicBezTo>
                      <a:pt x="0" y="797"/>
                      <a:pt x="2" y="802"/>
                      <a:pt x="9" y="802"/>
                    </a:cubicBezTo>
                    <a:cubicBezTo>
                      <a:pt x="16" y="802"/>
                      <a:pt x="89" y="747"/>
                      <a:pt x="135" y="644"/>
                    </a:cubicBezTo>
                    <a:cubicBezTo>
                      <a:pt x="176" y="557"/>
                      <a:pt x="188" y="468"/>
                      <a:pt x="188" y="4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3" name="CustomShape 93"/>
              <p:cNvSpPr/>
              <p:nvPr/>
            </p:nvSpPr>
            <p:spPr>
              <a:xfrm>
                <a:off x="5757480" y="4838760"/>
                <a:ext cx="39240" cy="287640"/>
              </a:xfrm>
              <a:custGeom>
                <a:avLst/>
                <a:gdLst/>
                <a:ahLst/>
                <a:rect l="l" t="t" r="r" b="b"/>
                <a:pathLst>
                  <a:path w="113" h="803">
                    <a:moveTo>
                      <a:pt x="112" y="0"/>
                    </a:moveTo>
                    <a:cubicBezTo>
                      <a:pt x="75" y="0"/>
                      <a:pt x="37" y="0"/>
                      <a:pt x="0" y="0"/>
                    </a:cubicBezTo>
                    <a:cubicBezTo>
                      <a:pt x="0" y="11"/>
                      <a:pt x="0" y="21"/>
                      <a:pt x="0" y="32"/>
                    </a:cubicBezTo>
                    <a:cubicBezTo>
                      <a:pt x="26" y="32"/>
                      <a:pt x="52" y="32"/>
                      <a:pt x="78" y="32"/>
                    </a:cubicBezTo>
                    <a:cubicBezTo>
                      <a:pt x="78" y="278"/>
                      <a:pt x="78" y="524"/>
                      <a:pt x="78" y="770"/>
                    </a:cubicBezTo>
                    <a:cubicBezTo>
                      <a:pt x="52" y="770"/>
                      <a:pt x="26" y="770"/>
                      <a:pt x="0" y="770"/>
                    </a:cubicBezTo>
                    <a:cubicBezTo>
                      <a:pt x="0" y="781"/>
                      <a:pt x="0" y="791"/>
                      <a:pt x="0" y="802"/>
                    </a:cubicBezTo>
                    <a:cubicBezTo>
                      <a:pt x="37" y="802"/>
                      <a:pt x="75" y="802"/>
                      <a:pt x="112" y="802"/>
                    </a:cubicBezTo>
                    <a:cubicBezTo>
                      <a:pt x="112" y="535"/>
                      <a:pt x="112" y="267"/>
                      <a:pt x="11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4" name="CustomShape 94"/>
              <p:cNvSpPr/>
              <p:nvPr/>
            </p:nvSpPr>
            <p:spPr>
              <a:xfrm>
                <a:off x="5912640" y="4887360"/>
                <a:ext cx="191880" cy="190440"/>
              </a:xfrm>
              <a:custGeom>
                <a:avLst/>
                <a:gdLst/>
                <a:ahLst/>
                <a:rect l="l" t="t" r="r" b="b"/>
                <a:pathLst>
                  <a:path w="537" h="533">
                    <a:moveTo>
                      <a:pt x="284" y="283"/>
                    </a:moveTo>
                    <a:cubicBezTo>
                      <a:pt x="359" y="283"/>
                      <a:pt x="433" y="283"/>
                      <a:pt x="508" y="283"/>
                    </a:cubicBezTo>
                    <a:cubicBezTo>
                      <a:pt x="520" y="283"/>
                      <a:pt x="536" y="282"/>
                      <a:pt x="536" y="265"/>
                    </a:cubicBezTo>
                    <a:cubicBezTo>
                      <a:pt x="536" y="248"/>
                      <a:pt x="520" y="249"/>
                      <a:pt x="508" y="249"/>
                    </a:cubicBezTo>
                    <a:cubicBezTo>
                      <a:pt x="433" y="249"/>
                      <a:pt x="359" y="249"/>
                      <a:pt x="284" y="249"/>
                    </a:cubicBezTo>
                    <a:cubicBezTo>
                      <a:pt x="284" y="174"/>
                      <a:pt x="284" y="100"/>
                      <a:pt x="284" y="25"/>
                    </a:cubicBezTo>
                    <a:cubicBezTo>
                      <a:pt x="284" y="13"/>
                      <a:pt x="284" y="0"/>
                      <a:pt x="268" y="0"/>
                    </a:cubicBezTo>
                    <a:cubicBezTo>
                      <a:pt x="252" y="0"/>
                      <a:pt x="252" y="13"/>
                      <a:pt x="252" y="25"/>
                    </a:cubicBezTo>
                    <a:cubicBezTo>
                      <a:pt x="252" y="100"/>
                      <a:pt x="252" y="174"/>
                      <a:pt x="252" y="249"/>
                    </a:cubicBezTo>
                    <a:cubicBezTo>
                      <a:pt x="177" y="249"/>
                      <a:pt x="102" y="249"/>
                      <a:pt x="27" y="249"/>
                    </a:cubicBezTo>
                    <a:cubicBezTo>
                      <a:pt x="16" y="249"/>
                      <a:pt x="0" y="248"/>
                      <a:pt x="0" y="265"/>
                    </a:cubicBezTo>
                    <a:cubicBezTo>
                      <a:pt x="0" y="282"/>
                      <a:pt x="16" y="283"/>
                      <a:pt x="27" y="283"/>
                    </a:cubicBezTo>
                    <a:cubicBezTo>
                      <a:pt x="102" y="283"/>
                      <a:pt x="177" y="283"/>
                      <a:pt x="252" y="283"/>
                    </a:cubicBezTo>
                    <a:cubicBezTo>
                      <a:pt x="252" y="358"/>
                      <a:pt x="252" y="432"/>
                      <a:pt x="252" y="507"/>
                    </a:cubicBezTo>
                    <a:cubicBezTo>
                      <a:pt x="252" y="518"/>
                      <a:pt x="252" y="532"/>
                      <a:pt x="268" y="532"/>
                    </a:cubicBezTo>
                    <a:cubicBezTo>
                      <a:pt x="284" y="532"/>
                      <a:pt x="284" y="518"/>
                      <a:pt x="284" y="507"/>
                    </a:cubicBezTo>
                    <a:cubicBezTo>
                      <a:pt x="284" y="432"/>
                      <a:pt x="284" y="358"/>
                      <a:pt x="284" y="28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5" name="CustomShape 95"/>
              <p:cNvSpPr/>
              <p:nvPr/>
            </p:nvSpPr>
            <p:spPr>
              <a:xfrm>
                <a:off x="6195240" y="4855320"/>
                <a:ext cx="63360" cy="198720"/>
              </a:xfrm>
              <a:custGeom>
                <a:avLst/>
                <a:gdLst/>
                <a:ahLst/>
                <a:rect l="l" t="t" r="r" b="b"/>
                <a:pathLst>
                  <a:path w="180" h="556">
                    <a:moveTo>
                      <a:pt x="117" y="0"/>
                    </a:moveTo>
                    <a:cubicBezTo>
                      <a:pt x="78" y="3"/>
                      <a:pt x="39" y="6"/>
                      <a:pt x="0" y="9"/>
                    </a:cubicBezTo>
                    <a:cubicBezTo>
                      <a:pt x="0" y="17"/>
                      <a:pt x="0" y="26"/>
                      <a:pt x="0" y="34"/>
                    </a:cubicBezTo>
                    <a:cubicBezTo>
                      <a:pt x="58" y="34"/>
                      <a:pt x="65" y="38"/>
                      <a:pt x="65" y="77"/>
                    </a:cubicBezTo>
                    <a:cubicBezTo>
                      <a:pt x="65" y="217"/>
                      <a:pt x="65" y="356"/>
                      <a:pt x="65" y="495"/>
                    </a:cubicBezTo>
                    <a:cubicBezTo>
                      <a:pt x="65" y="530"/>
                      <a:pt x="55" y="530"/>
                      <a:pt x="0" y="530"/>
                    </a:cubicBezTo>
                    <a:cubicBezTo>
                      <a:pt x="0" y="538"/>
                      <a:pt x="0" y="547"/>
                      <a:pt x="0" y="555"/>
                    </a:cubicBezTo>
                    <a:cubicBezTo>
                      <a:pt x="28" y="555"/>
                      <a:pt x="70" y="553"/>
                      <a:pt x="90" y="553"/>
                    </a:cubicBezTo>
                    <a:cubicBezTo>
                      <a:pt x="109" y="553"/>
                      <a:pt x="149" y="555"/>
                      <a:pt x="179" y="555"/>
                    </a:cubicBezTo>
                    <a:cubicBezTo>
                      <a:pt x="179" y="547"/>
                      <a:pt x="179" y="538"/>
                      <a:pt x="179" y="530"/>
                    </a:cubicBezTo>
                    <a:cubicBezTo>
                      <a:pt x="126" y="530"/>
                      <a:pt x="117" y="530"/>
                      <a:pt x="117" y="495"/>
                    </a:cubicBezTo>
                    <a:cubicBezTo>
                      <a:pt x="117" y="330"/>
                      <a:pt x="117" y="165"/>
                      <a:pt x="11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6" name="CustomShape 96"/>
              <p:cNvSpPr/>
              <p:nvPr/>
            </p:nvSpPr>
            <p:spPr>
              <a:xfrm>
                <a:off x="6274440" y="4925880"/>
                <a:ext cx="127800" cy="131400"/>
              </a:xfrm>
              <a:custGeom>
                <a:avLst/>
                <a:gdLst/>
                <a:ahLst/>
                <a:rect l="l" t="t" r="r" b="b"/>
                <a:pathLst>
                  <a:path w="359" h="369">
                    <a:moveTo>
                      <a:pt x="358" y="188"/>
                    </a:moveTo>
                    <a:cubicBezTo>
                      <a:pt x="358" y="85"/>
                      <a:pt x="278" y="0"/>
                      <a:pt x="179" y="0"/>
                    </a:cubicBezTo>
                    <a:cubicBezTo>
                      <a:pt x="78" y="0"/>
                      <a:pt x="0" y="87"/>
                      <a:pt x="0" y="188"/>
                    </a:cubicBezTo>
                    <a:cubicBezTo>
                      <a:pt x="0" y="290"/>
                      <a:pt x="85" y="368"/>
                      <a:pt x="179" y="368"/>
                    </a:cubicBezTo>
                    <a:cubicBezTo>
                      <a:pt x="275" y="368"/>
                      <a:pt x="358" y="290"/>
                      <a:pt x="358" y="188"/>
                    </a:cubicBezTo>
                    <a:moveTo>
                      <a:pt x="179" y="347"/>
                    </a:moveTo>
                    <a:cubicBezTo>
                      <a:pt x="145" y="347"/>
                      <a:pt x="110" y="331"/>
                      <a:pt x="87" y="295"/>
                    </a:cubicBezTo>
                    <a:cubicBezTo>
                      <a:pt x="67" y="258"/>
                      <a:pt x="67" y="210"/>
                      <a:pt x="67" y="181"/>
                    </a:cubicBezTo>
                    <a:cubicBezTo>
                      <a:pt x="67" y="151"/>
                      <a:pt x="67" y="108"/>
                      <a:pt x="87" y="71"/>
                    </a:cubicBezTo>
                    <a:cubicBezTo>
                      <a:pt x="108" y="34"/>
                      <a:pt x="147" y="18"/>
                      <a:pt x="179" y="18"/>
                    </a:cubicBezTo>
                    <a:cubicBezTo>
                      <a:pt x="213" y="18"/>
                      <a:pt x="250" y="37"/>
                      <a:pt x="271" y="71"/>
                    </a:cubicBezTo>
                    <a:cubicBezTo>
                      <a:pt x="291" y="105"/>
                      <a:pt x="291" y="151"/>
                      <a:pt x="291" y="181"/>
                    </a:cubicBezTo>
                    <a:cubicBezTo>
                      <a:pt x="291" y="210"/>
                      <a:pt x="291" y="254"/>
                      <a:pt x="273" y="288"/>
                    </a:cubicBezTo>
                    <a:cubicBezTo>
                      <a:pt x="255" y="325"/>
                      <a:pt x="220" y="347"/>
                      <a:pt x="179" y="347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7" name="CustomShape 97"/>
              <p:cNvSpPr/>
              <p:nvPr/>
            </p:nvSpPr>
            <p:spPr>
              <a:xfrm>
                <a:off x="6419880" y="4924440"/>
                <a:ext cx="131400" cy="188640"/>
              </a:xfrm>
              <a:custGeom>
                <a:avLst/>
                <a:gdLst/>
                <a:ahLst/>
                <a:rect l="l" t="t" r="r" b="b"/>
                <a:pathLst>
                  <a:path w="369" h="528">
                    <a:moveTo>
                      <a:pt x="155" y="226"/>
                    </a:moveTo>
                    <a:cubicBezTo>
                      <a:pt x="87" y="226"/>
                      <a:pt x="87" y="146"/>
                      <a:pt x="87" y="128"/>
                    </a:cubicBezTo>
                    <a:cubicBezTo>
                      <a:pt x="87" y="105"/>
                      <a:pt x="87" y="80"/>
                      <a:pt x="98" y="59"/>
                    </a:cubicBezTo>
                    <a:cubicBezTo>
                      <a:pt x="105" y="50"/>
                      <a:pt x="123" y="27"/>
                      <a:pt x="155" y="27"/>
                    </a:cubicBezTo>
                    <a:cubicBezTo>
                      <a:pt x="226" y="27"/>
                      <a:pt x="226" y="107"/>
                      <a:pt x="226" y="125"/>
                    </a:cubicBezTo>
                    <a:cubicBezTo>
                      <a:pt x="226" y="148"/>
                      <a:pt x="224" y="173"/>
                      <a:pt x="213" y="194"/>
                    </a:cubicBezTo>
                    <a:cubicBezTo>
                      <a:pt x="206" y="203"/>
                      <a:pt x="187" y="226"/>
                      <a:pt x="155" y="226"/>
                    </a:cubicBezTo>
                    <a:moveTo>
                      <a:pt x="61" y="258"/>
                    </a:moveTo>
                    <a:cubicBezTo>
                      <a:pt x="61" y="253"/>
                      <a:pt x="61" y="235"/>
                      <a:pt x="75" y="219"/>
                    </a:cubicBezTo>
                    <a:cubicBezTo>
                      <a:pt x="107" y="242"/>
                      <a:pt x="142" y="244"/>
                      <a:pt x="155" y="244"/>
                    </a:cubicBezTo>
                    <a:cubicBezTo>
                      <a:pt x="231" y="244"/>
                      <a:pt x="286" y="189"/>
                      <a:pt x="286" y="128"/>
                    </a:cubicBezTo>
                    <a:cubicBezTo>
                      <a:pt x="286" y="98"/>
                      <a:pt x="275" y="68"/>
                      <a:pt x="254" y="50"/>
                    </a:cubicBezTo>
                    <a:cubicBezTo>
                      <a:pt x="281" y="22"/>
                      <a:pt x="311" y="18"/>
                      <a:pt x="325" y="18"/>
                    </a:cubicBezTo>
                    <a:cubicBezTo>
                      <a:pt x="327" y="18"/>
                      <a:pt x="332" y="18"/>
                      <a:pt x="334" y="18"/>
                    </a:cubicBezTo>
                    <a:cubicBezTo>
                      <a:pt x="325" y="22"/>
                      <a:pt x="320" y="32"/>
                      <a:pt x="320" y="41"/>
                    </a:cubicBezTo>
                    <a:cubicBezTo>
                      <a:pt x="320" y="54"/>
                      <a:pt x="332" y="64"/>
                      <a:pt x="343" y="64"/>
                    </a:cubicBezTo>
                    <a:cubicBezTo>
                      <a:pt x="352" y="64"/>
                      <a:pt x="368" y="59"/>
                      <a:pt x="368" y="41"/>
                    </a:cubicBezTo>
                    <a:cubicBezTo>
                      <a:pt x="368" y="27"/>
                      <a:pt x="357" y="0"/>
                      <a:pt x="327" y="0"/>
                    </a:cubicBezTo>
                    <a:cubicBezTo>
                      <a:pt x="311" y="0"/>
                      <a:pt x="275" y="4"/>
                      <a:pt x="240" y="38"/>
                    </a:cubicBezTo>
                    <a:cubicBezTo>
                      <a:pt x="208" y="11"/>
                      <a:pt x="174" y="9"/>
                      <a:pt x="155" y="9"/>
                    </a:cubicBezTo>
                    <a:cubicBezTo>
                      <a:pt x="82" y="9"/>
                      <a:pt x="25" y="64"/>
                      <a:pt x="25" y="125"/>
                    </a:cubicBezTo>
                    <a:cubicBezTo>
                      <a:pt x="25" y="162"/>
                      <a:pt x="43" y="192"/>
                      <a:pt x="64" y="208"/>
                    </a:cubicBezTo>
                    <a:cubicBezTo>
                      <a:pt x="52" y="221"/>
                      <a:pt x="39" y="246"/>
                      <a:pt x="39" y="276"/>
                    </a:cubicBezTo>
                    <a:cubicBezTo>
                      <a:pt x="39" y="299"/>
                      <a:pt x="48" y="331"/>
                      <a:pt x="73" y="347"/>
                    </a:cubicBezTo>
                    <a:cubicBezTo>
                      <a:pt x="25" y="361"/>
                      <a:pt x="0" y="395"/>
                      <a:pt x="0" y="427"/>
                    </a:cubicBezTo>
                    <a:cubicBezTo>
                      <a:pt x="0" y="484"/>
                      <a:pt x="80" y="527"/>
                      <a:pt x="178" y="527"/>
                    </a:cubicBezTo>
                    <a:cubicBezTo>
                      <a:pt x="272" y="527"/>
                      <a:pt x="357" y="486"/>
                      <a:pt x="357" y="425"/>
                    </a:cubicBezTo>
                    <a:cubicBezTo>
                      <a:pt x="357" y="397"/>
                      <a:pt x="346" y="356"/>
                      <a:pt x="304" y="333"/>
                    </a:cubicBezTo>
                    <a:cubicBezTo>
                      <a:pt x="261" y="310"/>
                      <a:pt x="215" y="310"/>
                      <a:pt x="165" y="310"/>
                    </a:cubicBezTo>
                    <a:cubicBezTo>
                      <a:pt x="146" y="310"/>
                      <a:pt x="112" y="310"/>
                      <a:pt x="105" y="310"/>
                    </a:cubicBezTo>
                    <a:cubicBezTo>
                      <a:pt x="80" y="308"/>
                      <a:pt x="61" y="283"/>
                      <a:pt x="61" y="258"/>
                    </a:cubicBezTo>
                    <a:moveTo>
                      <a:pt x="178" y="509"/>
                    </a:moveTo>
                    <a:cubicBezTo>
                      <a:pt x="98" y="509"/>
                      <a:pt x="41" y="468"/>
                      <a:pt x="41" y="427"/>
                    </a:cubicBezTo>
                    <a:cubicBezTo>
                      <a:pt x="41" y="390"/>
                      <a:pt x="73" y="361"/>
                      <a:pt x="107" y="358"/>
                    </a:cubicBezTo>
                    <a:cubicBezTo>
                      <a:pt x="123" y="358"/>
                      <a:pt x="139" y="358"/>
                      <a:pt x="155" y="358"/>
                    </a:cubicBezTo>
                    <a:cubicBezTo>
                      <a:pt x="224" y="358"/>
                      <a:pt x="313" y="358"/>
                      <a:pt x="313" y="427"/>
                    </a:cubicBezTo>
                    <a:cubicBezTo>
                      <a:pt x="313" y="470"/>
                      <a:pt x="256" y="509"/>
                      <a:pt x="178" y="50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8" name="CustomShape 98"/>
              <p:cNvSpPr/>
              <p:nvPr/>
            </p:nvSpPr>
            <p:spPr>
              <a:xfrm>
                <a:off x="6594480" y="4838760"/>
                <a:ext cx="38520" cy="287640"/>
              </a:xfrm>
              <a:custGeom>
                <a:avLst/>
                <a:gdLst/>
                <a:ahLst/>
                <a:rect l="l" t="t" r="r" b="b"/>
                <a:pathLst>
                  <a:path w="111" h="803">
                    <a:moveTo>
                      <a:pt x="110" y="802"/>
                    </a:moveTo>
                    <a:cubicBezTo>
                      <a:pt x="110" y="791"/>
                      <a:pt x="110" y="781"/>
                      <a:pt x="110" y="770"/>
                    </a:cubicBezTo>
                    <a:cubicBezTo>
                      <a:pt x="84" y="770"/>
                      <a:pt x="58" y="770"/>
                      <a:pt x="32" y="770"/>
                    </a:cubicBezTo>
                    <a:cubicBezTo>
                      <a:pt x="32" y="524"/>
                      <a:pt x="32" y="278"/>
                      <a:pt x="32" y="32"/>
                    </a:cubicBezTo>
                    <a:cubicBezTo>
                      <a:pt x="58" y="32"/>
                      <a:pt x="84" y="32"/>
                      <a:pt x="110" y="32"/>
                    </a:cubicBezTo>
                    <a:cubicBezTo>
                      <a:pt x="110" y="21"/>
                      <a:pt x="110" y="11"/>
                      <a:pt x="110" y="0"/>
                    </a:cubicBezTo>
                    <a:cubicBezTo>
                      <a:pt x="74" y="0"/>
                      <a:pt x="37" y="0"/>
                      <a:pt x="0" y="0"/>
                    </a:cubicBezTo>
                    <a:cubicBezTo>
                      <a:pt x="0" y="267"/>
                      <a:pt x="0" y="535"/>
                      <a:pt x="0" y="802"/>
                    </a:cubicBezTo>
                    <a:cubicBezTo>
                      <a:pt x="37" y="802"/>
                      <a:pt x="74" y="802"/>
                      <a:pt x="110" y="80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9" name="CustomShape 99"/>
              <p:cNvSpPr/>
              <p:nvPr/>
            </p:nvSpPr>
            <p:spPr>
              <a:xfrm>
                <a:off x="6652440" y="4858560"/>
                <a:ext cx="205920" cy="195480"/>
              </a:xfrm>
              <a:custGeom>
                <a:avLst/>
                <a:gdLst/>
                <a:ahLst/>
                <a:rect l="l" t="t" r="r" b="b"/>
                <a:pathLst>
                  <a:path w="576" h="547">
                    <a:moveTo>
                      <a:pt x="213" y="292"/>
                    </a:moveTo>
                    <a:cubicBezTo>
                      <a:pt x="259" y="292"/>
                      <a:pt x="304" y="292"/>
                      <a:pt x="350" y="292"/>
                    </a:cubicBezTo>
                    <a:cubicBezTo>
                      <a:pt x="465" y="292"/>
                      <a:pt x="575" y="210"/>
                      <a:pt x="575" y="121"/>
                    </a:cubicBezTo>
                    <a:cubicBezTo>
                      <a:pt x="575" y="59"/>
                      <a:pt x="522" y="0"/>
                      <a:pt x="417" y="0"/>
                    </a:cubicBezTo>
                    <a:cubicBezTo>
                      <a:pt x="330" y="0"/>
                      <a:pt x="243" y="0"/>
                      <a:pt x="155" y="0"/>
                    </a:cubicBezTo>
                    <a:cubicBezTo>
                      <a:pt x="142" y="0"/>
                      <a:pt x="133" y="0"/>
                      <a:pt x="133" y="13"/>
                    </a:cubicBezTo>
                    <a:cubicBezTo>
                      <a:pt x="133" y="25"/>
                      <a:pt x="139" y="25"/>
                      <a:pt x="155" y="25"/>
                    </a:cubicBezTo>
                    <a:cubicBezTo>
                      <a:pt x="167" y="25"/>
                      <a:pt x="181" y="25"/>
                      <a:pt x="190" y="25"/>
                    </a:cubicBezTo>
                    <a:cubicBezTo>
                      <a:pt x="204" y="27"/>
                      <a:pt x="208" y="29"/>
                      <a:pt x="208" y="39"/>
                    </a:cubicBezTo>
                    <a:cubicBezTo>
                      <a:pt x="208" y="41"/>
                      <a:pt x="206" y="43"/>
                      <a:pt x="204" y="55"/>
                    </a:cubicBezTo>
                    <a:cubicBezTo>
                      <a:pt x="168" y="198"/>
                      <a:pt x="132" y="341"/>
                      <a:pt x="96" y="484"/>
                    </a:cubicBezTo>
                    <a:cubicBezTo>
                      <a:pt x="89" y="514"/>
                      <a:pt x="87" y="521"/>
                      <a:pt x="23" y="521"/>
                    </a:cubicBezTo>
                    <a:cubicBezTo>
                      <a:pt x="9" y="521"/>
                      <a:pt x="0" y="521"/>
                      <a:pt x="0" y="537"/>
                    </a:cubicBezTo>
                    <a:cubicBezTo>
                      <a:pt x="0" y="546"/>
                      <a:pt x="11" y="546"/>
                      <a:pt x="13" y="546"/>
                    </a:cubicBezTo>
                    <a:cubicBezTo>
                      <a:pt x="36" y="546"/>
                      <a:pt x="94" y="544"/>
                      <a:pt x="114" y="544"/>
                    </a:cubicBezTo>
                    <a:cubicBezTo>
                      <a:pt x="133" y="544"/>
                      <a:pt x="149" y="544"/>
                      <a:pt x="167" y="544"/>
                    </a:cubicBezTo>
                    <a:cubicBezTo>
                      <a:pt x="185" y="544"/>
                      <a:pt x="201" y="546"/>
                      <a:pt x="220" y="546"/>
                    </a:cubicBezTo>
                    <a:cubicBezTo>
                      <a:pt x="224" y="546"/>
                      <a:pt x="236" y="546"/>
                      <a:pt x="236" y="530"/>
                    </a:cubicBezTo>
                    <a:cubicBezTo>
                      <a:pt x="236" y="521"/>
                      <a:pt x="229" y="521"/>
                      <a:pt x="213" y="521"/>
                    </a:cubicBezTo>
                    <a:cubicBezTo>
                      <a:pt x="183" y="521"/>
                      <a:pt x="160" y="521"/>
                      <a:pt x="160" y="507"/>
                    </a:cubicBezTo>
                    <a:cubicBezTo>
                      <a:pt x="160" y="502"/>
                      <a:pt x="162" y="498"/>
                      <a:pt x="162" y="493"/>
                    </a:cubicBezTo>
                    <a:cubicBezTo>
                      <a:pt x="179" y="426"/>
                      <a:pt x="196" y="359"/>
                      <a:pt x="213" y="292"/>
                    </a:cubicBezTo>
                    <a:moveTo>
                      <a:pt x="270" y="55"/>
                    </a:moveTo>
                    <a:cubicBezTo>
                      <a:pt x="277" y="27"/>
                      <a:pt x="279" y="25"/>
                      <a:pt x="314" y="25"/>
                    </a:cubicBezTo>
                    <a:cubicBezTo>
                      <a:pt x="339" y="25"/>
                      <a:pt x="365" y="25"/>
                      <a:pt x="391" y="25"/>
                    </a:cubicBezTo>
                    <a:cubicBezTo>
                      <a:pt x="458" y="25"/>
                      <a:pt x="501" y="45"/>
                      <a:pt x="501" y="100"/>
                    </a:cubicBezTo>
                    <a:cubicBezTo>
                      <a:pt x="501" y="132"/>
                      <a:pt x="485" y="201"/>
                      <a:pt x="453" y="231"/>
                    </a:cubicBezTo>
                    <a:cubicBezTo>
                      <a:pt x="412" y="265"/>
                      <a:pt x="364" y="272"/>
                      <a:pt x="330" y="272"/>
                    </a:cubicBezTo>
                    <a:cubicBezTo>
                      <a:pt x="291" y="272"/>
                      <a:pt x="253" y="272"/>
                      <a:pt x="215" y="272"/>
                    </a:cubicBezTo>
                    <a:cubicBezTo>
                      <a:pt x="233" y="199"/>
                      <a:pt x="252" y="127"/>
                      <a:pt x="270" y="55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0" name="CustomShape 100"/>
              <p:cNvSpPr/>
              <p:nvPr/>
            </p:nvSpPr>
            <p:spPr>
              <a:xfrm>
                <a:off x="6896520" y="4838760"/>
                <a:ext cx="65520" cy="287640"/>
              </a:xfrm>
              <a:custGeom>
                <a:avLst/>
                <a:gdLst/>
                <a:ahLst/>
                <a:rect l="l" t="t" r="r" b="b"/>
                <a:pathLst>
                  <a:path w="186" h="803">
                    <a:moveTo>
                      <a:pt x="185" y="793"/>
                    </a:moveTo>
                    <a:cubicBezTo>
                      <a:pt x="185" y="791"/>
                      <a:pt x="185" y="791"/>
                      <a:pt x="172" y="777"/>
                    </a:cubicBezTo>
                    <a:cubicBezTo>
                      <a:pt x="71" y="674"/>
                      <a:pt x="46" y="523"/>
                      <a:pt x="46" y="400"/>
                    </a:cubicBezTo>
                    <a:cubicBezTo>
                      <a:pt x="46" y="260"/>
                      <a:pt x="75" y="121"/>
                      <a:pt x="176" y="23"/>
                    </a:cubicBezTo>
                    <a:cubicBezTo>
                      <a:pt x="185" y="11"/>
                      <a:pt x="185" y="11"/>
                      <a:pt x="185" y="9"/>
                    </a:cubicBezTo>
                    <a:cubicBezTo>
                      <a:pt x="185" y="2"/>
                      <a:pt x="183" y="0"/>
                      <a:pt x="178" y="0"/>
                    </a:cubicBezTo>
                    <a:cubicBezTo>
                      <a:pt x="169" y="0"/>
                      <a:pt x="98" y="55"/>
                      <a:pt x="50" y="158"/>
                    </a:cubicBezTo>
                    <a:cubicBezTo>
                      <a:pt x="9" y="244"/>
                      <a:pt x="0" y="334"/>
                      <a:pt x="0" y="400"/>
                    </a:cubicBezTo>
                    <a:cubicBezTo>
                      <a:pt x="0" y="464"/>
                      <a:pt x="9" y="560"/>
                      <a:pt x="52" y="651"/>
                    </a:cubicBezTo>
                    <a:cubicBezTo>
                      <a:pt x="101" y="749"/>
                      <a:pt x="169" y="802"/>
                      <a:pt x="178" y="802"/>
                    </a:cubicBezTo>
                    <a:cubicBezTo>
                      <a:pt x="183" y="802"/>
                      <a:pt x="185" y="800"/>
                      <a:pt x="185" y="79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1" name="CustomShape 101"/>
              <p:cNvSpPr/>
              <p:nvPr/>
            </p:nvSpPr>
            <p:spPr>
              <a:xfrm>
                <a:off x="6988680" y="4927680"/>
                <a:ext cx="132840" cy="185400"/>
              </a:xfrm>
              <a:custGeom>
                <a:avLst/>
                <a:gdLst/>
                <a:ahLst/>
                <a:rect l="l" t="t" r="r" b="b"/>
                <a:pathLst>
                  <a:path w="373" h="519">
                    <a:moveTo>
                      <a:pt x="367" y="50"/>
                    </a:moveTo>
                    <a:cubicBezTo>
                      <a:pt x="372" y="39"/>
                      <a:pt x="372" y="36"/>
                      <a:pt x="372" y="32"/>
                    </a:cubicBezTo>
                    <a:cubicBezTo>
                      <a:pt x="372" y="16"/>
                      <a:pt x="360" y="9"/>
                      <a:pt x="349" y="9"/>
                    </a:cubicBezTo>
                    <a:cubicBezTo>
                      <a:pt x="339" y="9"/>
                      <a:pt x="326" y="13"/>
                      <a:pt x="319" y="25"/>
                    </a:cubicBezTo>
                    <a:cubicBezTo>
                      <a:pt x="319" y="29"/>
                      <a:pt x="312" y="55"/>
                      <a:pt x="307" y="68"/>
                    </a:cubicBezTo>
                    <a:cubicBezTo>
                      <a:pt x="303" y="89"/>
                      <a:pt x="296" y="112"/>
                      <a:pt x="291" y="132"/>
                    </a:cubicBezTo>
                    <a:cubicBezTo>
                      <a:pt x="279" y="180"/>
                      <a:pt x="267" y="228"/>
                      <a:pt x="255" y="276"/>
                    </a:cubicBezTo>
                    <a:cubicBezTo>
                      <a:pt x="252" y="290"/>
                      <a:pt x="218" y="345"/>
                      <a:pt x="165" y="345"/>
                    </a:cubicBezTo>
                    <a:cubicBezTo>
                      <a:pt x="124" y="345"/>
                      <a:pt x="115" y="310"/>
                      <a:pt x="115" y="281"/>
                    </a:cubicBezTo>
                    <a:cubicBezTo>
                      <a:pt x="115" y="244"/>
                      <a:pt x="129" y="194"/>
                      <a:pt x="156" y="123"/>
                    </a:cubicBezTo>
                    <a:cubicBezTo>
                      <a:pt x="170" y="91"/>
                      <a:pt x="172" y="82"/>
                      <a:pt x="172" y="66"/>
                    </a:cubicBezTo>
                    <a:cubicBezTo>
                      <a:pt x="172" y="29"/>
                      <a:pt x="147" y="0"/>
                      <a:pt x="106" y="0"/>
                    </a:cubicBezTo>
                    <a:cubicBezTo>
                      <a:pt x="30" y="0"/>
                      <a:pt x="0" y="116"/>
                      <a:pt x="0" y="123"/>
                    </a:cubicBezTo>
                    <a:cubicBezTo>
                      <a:pt x="0" y="132"/>
                      <a:pt x="7" y="132"/>
                      <a:pt x="10" y="132"/>
                    </a:cubicBezTo>
                    <a:cubicBezTo>
                      <a:pt x="16" y="132"/>
                      <a:pt x="19" y="130"/>
                      <a:pt x="23" y="116"/>
                    </a:cubicBezTo>
                    <a:cubicBezTo>
                      <a:pt x="44" y="41"/>
                      <a:pt x="76" y="18"/>
                      <a:pt x="103" y="18"/>
                    </a:cubicBezTo>
                    <a:cubicBezTo>
                      <a:pt x="110" y="18"/>
                      <a:pt x="124" y="18"/>
                      <a:pt x="124" y="43"/>
                    </a:cubicBezTo>
                    <a:cubicBezTo>
                      <a:pt x="124" y="64"/>
                      <a:pt x="115" y="84"/>
                      <a:pt x="110" y="100"/>
                    </a:cubicBezTo>
                    <a:cubicBezTo>
                      <a:pt x="78" y="185"/>
                      <a:pt x="62" y="230"/>
                      <a:pt x="62" y="267"/>
                    </a:cubicBezTo>
                    <a:cubicBezTo>
                      <a:pt x="62" y="338"/>
                      <a:pt x="115" y="363"/>
                      <a:pt x="161" y="363"/>
                    </a:cubicBezTo>
                    <a:cubicBezTo>
                      <a:pt x="193" y="363"/>
                      <a:pt x="220" y="349"/>
                      <a:pt x="243" y="326"/>
                    </a:cubicBezTo>
                    <a:cubicBezTo>
                      <a:pt x="232" y="368"/>
                      <a:pt x="223" y="409"/>
                      <a:pt x="191" y="450"/>
                    </a:cubicBezTo>
                    <a:cubicBezTo>
                      <a:pt x="170" y="477"/>
                      <a:pt x="140" y="500"/>
                      <a:pt x="101" y="500"/>
                    </a:cubicBezTo>
                    <a:cubicBezTo>
                      <a:pt x="90" y="500"/>
                      <a:pt x="55" y="498"/>
                      <a:pt x="42" y="468"/>
                    </a:cubicBezTo>
                    <a:cubicBezTo>
                      <a:pt x="53" y="468"/>
                      <a:pt x="65" y="468"/>
                      <a:pt x="76" y="457"/>
                    </a:cubicBezTo>
                    <a:cubicBezTo>
                      <a:pt x="83" y="450"/>
                      <a:pt x="92" y="441"/>
                      <a:pt x="92" y="425"/>
                    </a:cubicBezTo>
                    <a:cubicBezTo>
                      <a:pt x="92" y="400"/>
                      <a:pt x="69" y="397"/>
                      <a:pt x="62" y="397"/>
                    </a:cubicBezTo>
                    <a:cubicBezTo>
                      <a:pt x="44" y="397"/>
                      <a:pt x="16" y="409"/>
                      <a:pt x="16" y="450"/>
                    </a:cubicBezTo>
                    <a:cubicBezTo>
                      <a:pt x="16" y="489"/>
                      <a:pt x="53" y="518"/>
                      <a:pt x="101" y="518"/>
                    </a:cubicBezTo>
                    <a:cubicBezTo>
                      <a:pt x="186" y="518"/>
                      <a:pt x="268" y="445"/>
                      <a:pt x="291" y="356"/>
                    </a:cubicBezTo>
                    <a:cubicBezTo>
                      <a:pt x="317" y="254"/>
                      <a:pt x="342" y="152"/>
                      <a:pt x="367" y="5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2" name="CustomShape 102"/>
              <p:cNvSpPr/>
              <p:nvPr/>
            </p:nvSpPr>
            <p:spPr>
              <a:xfrm>
                <a:off x="7134840" y="4964760"/>
                <a:ext cx="88920" cy="132840"/>
              </a:xfrm>
              <a:custGeom>
                <a:avLst/>
                <a:gdLst/>
                <a:ahLst/>
                <a:rect l="l" t="t" r="r" b="b"/>
                <a:pathLst>
                  <a:path w="251" h="373">
                    <a:moveTo>
                      <a:pt x="250" y="269"/>
                    </a:moveTo>
                    <a:cubicBezTo>
                      <a:pt x="243" y="269"/>
                      <a:pt x="237" y="269"/>
                      <a:pt x="231" y="269"/>
                    </a:cubicBezTo>
                    <a:cubicBezTo>
                      <a:pt x="229" y="281"/>
                      <a:pt x="222" y="315"/>
                      <a:pt x="215" y="319"/>
                    </a:cubicBezTo>
                    <a:cubicBezTo>
                      <a:pt x="211" y="324"/>
                      <a:pt x="167" y="324"/>
                      <a:pt x="160" y="324"/>
                    </a:cubicBezTo>
                    <a:cubicBezTo>
                      <a:pt x="126" y="324"/>
                      <a:pt x="92" y="324"/>
                      <a:pt x="57" y="324"/>
                    </a:cubicBezTo>
                    <a:cubicBezTo>
                      <a:pt x="117" y="271"/>
                      <a:pt x="135" y="255"/>
                      <a:pt x="169" y="230"/>
                    </a:cubicBezTo>
                    <a:cubicBezTo>
                      <a:pt x="211" y="196"/>
                      <a:pt x="250" y="162"/>
                      <a:pt x="250" y="109"/>
                    </a:cubicBezTo>
                    <a:cubicBezTo>
                      <a:pt x="250" y="41"/>
                      <a:pt x="190" y="0"/>
                      <a:pt x="117" y="0"/>
                    </a:cubicBezTo>
                    <a:cubicBezTo>
                      <a:pt x="48" y="0"/>
                      <a:pt x="0" y="48"/>
                      <a:pt x="0" y="100"/>
                    </a:cubicBezTo>
                    <a:cubicBezTo>
                      <a:pt x="0" y="127"/>
                      <a:pt x="25" y="130"/>
                      <a:pt x="30" y="130"/>
                    </a:cubicBezTo>
                    <a:cubicBezTo>
                      <a:pt x="43" y="130"/>
                      <a:pt x="59" y="121"/>
                      <a:pt x="59" y="100"/>
                    </a:cubicBezTo>
                    <a:cubicBezTo>
                      <a:pt x="59" y="91"/>
                      <a:pt x="57" y="70"/>
                      <a:pt x="27" y="70"/>
                    </a:cubicBezTo>
                    <a:cubicBezTo>
                      <a:pt x="46" y="32"/>
                      <a:pt x="82" y="20"/>
                      <a:pt x="110" y="20"/>
                    </a:cubicBezTo>
                    <a:cubicBezTo>
                      <a:pt x="165" y="20"/>
                      <a:pt x="195" y="64"/>
                      <a:pt x="195" y="109"/>
                    </a:cubicBezTo>
                    <a:cubicBezTo>
                      <a:pt x="195" y="157"/>
                      <a:pt x="160" y="196"/>
                      <a:pt x="142" y="217"/>
                    </a:cubicBezTo>
                    <a:cubicBezTo>
                      <a:pt x="97" y="261"/>
                      <a:pt x="52" y="305"/>
                      <a:pt x="7" y="349"/>
                    </a:cubicBezTo>
                    <a:cubicBezTo>
                      <a:pt x="0" y="354"/>
                      <a:pt x="0" y="356"/>
                      <a:pt x="0" y="372"/>
                    </a:cubicBezTo>
                    <a:cubicBezTo>
                      <a:pt x="78" y="372"/>
                      <a:pt x="156" y="372"/>
                      <a:pt x="234" y="372"/>
                    </a:cubicBezTo>
                    <a:cubicBezTo>
                      <a:pt x="239" y="338"/>
                      <a:pt x="244" y="303"/>
                      <a:pt x="250" y="26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3" name="CustomShape 103"/>
              <p:cNvSpPr/>
              <p:nvPr/>
            </p:nvSpPr>
            <p:spPr>
              <a:xfrm>
                <a:off x="7367400" y="4838760"/>
                <a:ext cx="10440" cy="287640"/>
              </a:xfrm>
              <a:custGeom>
                <a:avLst/>
                <a:gdLst/>
                <a:ahLst/>
                <a:rect l="l" t="t" r="r" b="b"/>
                <a:pathLst>
                  <a:path w="33" h="803">
                    <a:moveTo>
                      <a:pt x="32" y="30"/>
                    </a:moveTo>
                    <a:cubicBezTo>
                      <a:pt x="32" y="16"/>
                      <a:pt x="32" y="0"/>
                      <a:pt x="16" y="0"/>
                    </a:cubicBezTo>
                    <a:cubicBezTo>
                      <a:pt x="0" y="0"/>
                      <a:pt x="0" y="16"/>
                      <a:pt x="0" y="30"/>
                    </a:cubicBezTo>
                    <a:cubicBezTo>
                      <a:pt x="0" y="277"/>
                      <a:pt x="0" y="525"/>
                      <a:pt x="0" y="772"/>
                    </a:cubicBezTo>
                    <a:cubicBezTo>
                      <a:pt x="0" y="786"/>
                      <a:pt x="0" y="802"/>
                      <a:pt x="16" y="802"/>
                    </a:cubicBezTo>
                    <a:cubicBezTo>
                      <a:pt x="32" y="802"/>
                      <a:pt x="32" y="786"/>
                      <a:pt x="32" y="772"/>
                    </a:cubicBezTo>
                    <a:cubicBezTo>
                      <a:pt x="32" y="525"/>
                      <a:pt x="32" y="277"/>
                      <a:pt x="32" y="3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4" name="CustomShape 104"/>
              <p:cNvSpPr/>
              <p:nvPr/>
            </p:nvSpPr>
            <p:spPr>
              <a:xfrm>
                <a:off x="7506000" y="4927680"/>
                <a:ext cx="161280" cy="129600"/>
              </a:xfrm>
              <a:custGeom>
                <a:avLst/>
                <a:gdLst/>
                <a:ahLst/>
                <a:rect l="l" t="t" r="r" b="b"/>
                <a:pathLst>
                  <a:path w="452" h="364">
                    <a:moveTo>
                      <a:pt x="350" y="164"/>
                    </a:moveTo>
                    <a:cubicBezTo>
                      <a:pt x="350" y="39"/>
                      <a:pt x="275" y="0"/>
                      <a:pt x="215" y="0"/>
                    </a:cubicBezTo>
                    <a:cubicBezTo>
                      <a:pt x="105" y="0"/>
                      <a:pt x="0" y="114"/>
                      <a:pt x="0" y="228"/>
                    </a:cubicBezTo>
                    <a:cubicBezTo>
                      <a:pt x="0" y="301"/>
                      <a:pt x="48" y="363"/>
                      <a:pt x="130" y="363"/>
                    </a:cubicBezTo>
                    <a:cubicBezTo>
                      <a:pt x="181" y="363"/>
                      <a:pt x="238" y="345"/>
                      <a:pt x="300" y="297"/>
                    </a:cubicBezTo>
                    <a:cubicBezTo>
                      <a:pt x="309" y="338"/>
                      <a:pt x="337" y="363"/>
                      <a:pt x="373" y="363"/>
                    </a:cubicBezTo>
                    <a:cubicBezTo>
                      <a:pt x="414" y="363"/>
                      <a:pt x="440" y="320"/>
                      <a:pt x="440" y="306"/>
                    </a:cubicBezTo>
                    <a:cubicBezTo>
                      <a:pt x="440" y="301"/>
                      <a:pt x="435" y="299"/>
                      <a:pt x="430" y="299"/>
                    </a:cubicBezTo>
                    <a:cubicBezTo>
                      <a:pt x="426" y="299"/>
                      <a:pt x="424" y="301"/>
                      <a:pt x="421" y="306"/>
                    </a:cubicBezTo>
                    <a:cubicBezTo>
                      <a:pt x="405" y="345"/>
                      <a:pt x="378" y="345"/>
                      <a:pt x="376" y="345"/>
                    </a:cubicBezTo>
                    <a:cubicBezTo>
                      <a:pt x="350" y="345"/>
                      <a:pt x="350" y="283"/>
                      <a:pt x="350" y="265"/>
                    </a:cubicBezTo>
                    <a:cubicBezTo>
                      <a:pt x="350" y="246"/>
                      <a:pt x="350" y="244"/>
                      <a:pt x="359" y="235"/>
                    </a:cubicBezTo>
                    <a:cubicBezTo>
                      <a:pt x="435" y="141"/>
                      <a:pt x="421" y="110"/>
                      <a:pt x="451" y="48"/>
                    </a:cubicBezTo>
                    <a:cubicBezTo>
                      <a:pt x="451" y="45"/>
                      <a:pt x="451" y="39"/>
                      <a:pt x="442" y="39"/>
                    </a:cubicBezTo>
                    <a:cubicBezTo>
                      <a:pt x="433" y="39"/>
                      <a:pt x="433" y="41"/>
                      <a:pt x="428" y="57"/>
                    </a:cubicBezTo>
                    <a:cubicBezTo>
                      <a:pt x="414" y="107"/>
                      <a:pt x="389" y="167"/>
                      <a:pt x="350" y="215"/>
                    </a:cubicBezTo>
                    <a:cubicBezTo>
                      <a:pt x="350" y="198"/>
                      <a:pt x="350" y="181"/>
                      <a:pt x="350" y="164"/>
                    </a:cubicBezTo>
                    <a:moveTo>
                      <a:pt x="295" y="274"/>
                    </a:moveTo>
                    <a:cubicBezTo>
                      <a:pt x="227" y="336"/>
                      <a:pt x="162" y="345"/>
                      <a:pt x="130" y="345"/>
                    </a:cubicBezTo>
                    <a:cubicBezTo>
                      <a:pt x="82" y="345"/>
                      <a:pt x="59" y="310"/>
                      <a:pt x="59" y="258"/>
                    </a:cubicBezTo>
                    <a:cubicBezTo>
                      <a:pt x="59" y="219"/>
                      <a:pt x="80" y="132"/>
                      <a:pt x="105" y="91"/>
                    </a:cubicBezTo>
                    <a:cubicBezTo>
                      <a:pt x="144" y="34"/>
                      <a:pt x="188" y="18"/>
                      <a:pt x="215" y="18"/>
                    </a:cubicBezTo>
                    <a:cubicBezTo>
                      <a:pt x="295" y="18"/>
                      <a:pt x="295" y="123"/>
                      <a:pt x="295" y="185"/>
                    </a:cubicBezTo>
                    <a:cubicBezTo>
                      <a:pt x="295" y="215"/>
                      <a:pt x="295" y="260"/>
                      <a:pt x="295" y="274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5" name="CustomShape 105"/>
              <p:cNvSpPr/>
              <p:nvPr/>
            </p:nvSpPr>
            <p:spPr>
              <a:xfrm>
                <a:off x="7705440" y="5024520"/>
                <a:ext cx="32760" cy="85320"/>
              </a:xfrm>
              <a:custGeom>
                <a:avLst/>
                <a:gdLst/>
                <a:ahLst/>
                <a:rect l="l" t="t" r="r" b="b"/>
                <a:pathLst>
                  <a:path w="95" h="241">
                    <a:moveTo>
                      <a:pt x="94" y="85"/>
                    </a:moveTo>
                    <a:cubicBezTo>
                      <a:pt x="94" y="32"/>
                      <a:pt x="74" y="0"/>
                      <a:pt x="41" y="0"/>
                    </a:cubicBezTo>
                    <a:cubicBezTo>
                      <a:pt x="16" y="0"/>
                      <a:pt x="0" y="21"/>
                      <a:pt x="0" y="44"/>
                    </a:cubicBezTo>
                    <a:cubicBezTo>
                      <a:pt x="0" y="64"/>
                      <a:pt x="16" y="85"/>
                      <a:pt x="41" y="85"/>
                    </a:cubicBezTo>
                    <a:cubicBezTo>
                      <a:pt x="53" y="85"/>
                      <a:pt x="62" y="83"/>
                      <a:pt x="71" y="76"/>
                    </a:cubicBezTo>
                    <a:cubicBezTo>
                      <a:pt x="74" y="73"/>
                      <a:pt x="73" y="74"/>
                      <a:pt x="74" y="73"/>
                    </a:cubicBezTo>
                    <a:cubicBezTo>
                      <a:pt x="76" y="73"/>
                      <a:pt x="76" y="73"/>
                      <a:pt x="76" y="85"/>
                    </a:cubicBezTo>
                    <a:cubicBezTo>
                      <a:pt x="76" y="144"/>
                      <a:pt x="48" y="192"/>
                      <a:pt x="21" y="217"/>
                    </a:cubicBezTo>
                    <a:cubicBezTo>
                      <a:pt x="12" y="227"/>
                      <a:pt x="12" y="229"/>
                      <a:pt x="12" y="231"/>
                    </a:cubicBezTo>
                    <a:cubicBezTo>
                      <a:pt x="12" y="236"/>
                      <a:pt x="16" y="240"/>
                      <a:pt x="21" y="240"/>
                    </a:cubicBezTo>
                    <a:cubicBezTo>
                      <a:pt x="30" y="240"/>
                      <a:pt x="94" y="179"/>
                      <a:pt x="94" y="85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6" name="CustomShape 106"/>
              <p:cNvSpPr/>
              <p:nvPr/>
            </p:nvSpPr>
            <p:spPr>
              <a:xfrm>
                <a:off x="7817760" y="4851720"/>
                <a:ext cx="157320" cy="258120"/>
              </a:xfrm>
              <a:custGeom>
                <a:avLst/>
                <a:gdLst/>
                <a:ahLst/>
                <a:rect l="l" t="t" r="r" b="b"/>
                <a:pathLst>
                  <a:path w="441" h="721">
                    <a:moveTo>
                      <a:pt x="440" y="110"/>
                    </a:moveTo>
                    <a:cubicBezTo>
                      <a:pt x="440" y="48"/>
                      <a:pt x="394" y="0"/>
                      <a:pt x="330" y="0"/>
                    </a:cubicBezTo>
                    <a:cubicBezTo>
                      <a:pt x="284" y="0"/>
                      <a:pt x="261" y="12"/>
                      <a:pt x="231" y="32"/>
                    </a:cubicBezTo>
                    <a:cubicBezTo>
                      <a:pt x="188" y="64"/>
                      <a:pt x="144" y="142"/>
                      <a:pt x="128" y="204"/>
                    </a:cubicBezTo>
                    <a:cubicBezTo>
                      <a:pt x="85" y="374"/>
                      <a:pt x="43" y="544"/>
                      <a:pt x="0" y="713"/>
                    </a:cubicBezTo>
                    <a:cubicBezTo>
                      <a:pt x="0" y="716"/>
                      <a:pt x="3" y="720"/>
                      <a:pt x="9" y="720"/>
                    </a:cubicBezTo>
                    <a:cubicBezTo>
                      <a:pt x="15" y="720"/>
                      <a:pt x="18" y="718"/>
                      <a:pt x="20" y="716"/>
                    </a:cubicBezTo>
                    <a:cubicBezTo>
                      <a:pt x="39" y="643"/>
                      <a:pt x="57" y="569"/>
                      <a:pt x="75" y="496"/>
                    </a:cubicBezTo>
                    <a:cubicBezTo>
                      <a:pt x="91" y="544"/>
                      <a:pt x="126" y="574"/>
                      <a:pt x="185" y="574"/>
                    </a:cubicBezTo>
                    <a:cubicBezTo>
                      <a:pt x="245" y="574"/>
                      <a:pt x="304" y="544"/>
                      <a:pt x="341" y="510"/>
                    </a:cubicBezTo>
                    <a:cubicBezTo>
                      <a:pt x="380" y="473"/>
                      <a:pt x="405" y="421"/>
                      <a:pt x="405" y="362"/>
                    </a:cubicBezTo>
                    <a:cubicBezTo>
                      <a:pt x="405" y="304"/>
                      <a:pt x="375" y="263"/>
                      <a:pt x="346" y="243"/>
                    </a:cubicBezTo>
                    <a:cubicBezTo>
                      <a:pt x="394" y="218"/>
                      <a:pt x="440" y="167"/>
                      <a:pt x="440" y="110"/>
                    </a:cubicBezTo>
                    <a:moveTo>
                      <a:pt x="293" y="243"/>
                    </a:moveTo>
                    <a:cubicBezTo>
                      <a:pt x="284" y="247"/>
                      <a:pt x="275" y="247"/>
                      <a:pt x="256" y="247"/>
                    </a:cubicBezTo>
                    <a:cubicBezTo>
                      <a:pt x="245" y="247"/>
                      <a:pt x="229" y="250"/>
                      <a:pt x="220" y="245"/>
                    </a:cubicBezTo>
                    <a:cubicBezTo>
                      <a:pt x="222" y="236"/>
                      <a:pt x="252" y="238"/>
                      <a:pt x="259" y="238"/>
                    </a:cubicBezTo>
                    <a:cubicBezTo>
                      <a:pt x="277" y="238"/>
                      <a:pt x="284" y="238"/>
                      <a:pt x="293" y="243"/>
                    </a:cubicBezTo>
                    <a:moveTo>
                      <a:pt x="394" y="92"/>
                    </a:moveTo>
                    <a:cubicBezTo>
                      <a:pt x="394" y="147"/>
                      <a:pt x="364" y="204"/>
                      <a:pt x="320" y="229"/>
                    </a:cubicBezTo>
                    <a:cubicBezTo>
                      <a:pt x="300" y="222"/>
                      <a:pt x="284" y="220"/>
                      <a:pt x="259" y="220"/>
                    </a:cubicBezTo>
                    <a:cubicBezTo>
                      <a:pt x="243" y="220"/>
                      <a:pt x="197" y="220"/>
                      <a:pt x="197" y="245"/>
                    </a:cubicBezTo>
                    <a:cubicBezTo>
                      <a:pt x="197" y="268"/>
                      <a:pt x="238" y="266"/>
                      <a:pt x="254" y="266"/>
                    </a:cubicBezTo>
                    <a:cubicBezTo>
                      <a:pt x="284" y="266"/>
                      <a:pt x="295" y="266"/>
                      <a:pt x="318" y="254"/>
                    </a:cubicBezTo>
                    <a:cubicBezTo>
                      <a:pt x="350" y="284"/>
                      <a:pt x="353" y="309"/>
                      <a:pt x="355" y="346"/>
                    </a:cubicBezTo>
                    <a:cubicBezTo>
                      <a:pt x="357" y="391"/>
                      <a:pt x="337" y="453"/>
                      <a:pt x="314" y="483"/>
                    </a:cubicBezTo>
                    <a:cubicBezTo>
                      <a:pt x="284" y="526"/>
                      <a:pt x="229" y="556"/>
                      <a:pt x="183" y="556"/>
                    </a:cubicBezTo>
                    <a:cubicBezTo>
                      <a:pt x="121" y="556"/>
                      <a:pt x="91" y="510"/>
                      <a:pt x="91" y="453"/>
                    </a:cubicBezTo>
                    <a:cubicBezTo>
                      <a:pt x="91" y="444"/>
                      <a:pt x="91" y="432"/>
                      <a:pt x="96" y="416"/>
                    </a:cubicBezTo>
                    <a:cubicBezTo>
                      <a:pt x="113" y="349"/>
                      <a:pt x="130" y="282"/>
                      <a:pt x="146" y="215"/>
                    </a:cubicBezTo>
                    <a:cubicBezTo>
                      <a:pt x="165" y="144"/>
                      <a:pt x="222" y="19"/>
                      <a:pt x="318" y="19"/>
                    </a:cubicBezTo>
                    <a:cubicBezTo>
                      <a:pt x="366" y="19"/>
                      <a:pt x="394" y="44"/>
                      <a:pt x="394" y="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7" name="CustomShape 107"/>
              <p:cNvSpPr/>
              <p:nvPr/>
            </p:nvSpPr>
            <p:spPr>
              <a:xfrm>
                <a:off x="8004960" y="4838760"/>
                <a:ext cx="66600" cy="287640"/>
              </a:xfrm>
              <a:custGeom>
                <a:avLst/>
                <a:gdLst/>
                <a:ahLst/>
                <a:rect l="l" t="t" r="r" b="b"/>
                <a:pathLst>
                  <a:path w="189" h="803">
                    <a:moveTo>
                      <a:pt x="188" y="400"/>
                    </a:moveTo>
                    <a:cubicBezTo>
                      <a:pt x="188" y="338"/>
                      <a:pt x="178" y="242"/>
                      <a:pt x="133" y="151"/>
                    </a:cubicBezTo>
                    <a:cubicBezTo>
                      <a:pt x="85" y="52"/>
                      <a:pt x="16" y="0"/>
                      <a:pt x="9" y="0"/>
                    </a:cubicBezTo>
                    <a:cubicBezTo>
                      <a:pt x="2" y="0"/>
                      <a:pt x="0" y="4"/>
                      <a:pt x="0" y="9"/>
                    </a:cubicBezTo>
                    <a:cubicBezTo>
                      <a:pt x="0" y="11"/>
                      <a:pt x="0" y="11"/>
                      <a:pt x="16" y="27"/>
                    </a:cubicBezTo>
                    <a:cubicBezTo>
                      <a:pt x="94" y="105"/>
                      <a:pt x="140" y="233"/>
                      <a:pt x="140" y="400"/>
                    </a:cubicBezTo>
                    <a:cubicBezTo>
                      <a:pt x="140" y="537"/>
                      <a:pt x="110" y="679"/>
                      <a:pt x="11" y="779"/>
                    </a:cubicBezTo>
                    <a:cubicBezTo>
                      <a:pt x="0" y="791"/>
                      <a:pt x="0" y="791"/>
                      <a:pt x="0" y="793"/>
                    </a:cubicBezTo>
                    <a:cubicBezTo>
                      <a:pt x="0" y="797"/>
                      <a:pt x="2" y="802"/>
                      <a:pt x="9" y="802"/>
                    </a:cubicBezTo>
                    <a:cubicBezTo>
                      <a:pt x="16" y="802"/>
                      <a:pt x="89" y="747"/>
                      <a:pt x="135" y="644"/>
                    </a:cubicBezTo>
                    <a:cubicBezTo>
                      <a:pt x="176" y="557"/>
                      <a:pt x="188" y="468"/>
                      <a:pt x="188" y="4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8" name="CustomShape 108"/>
              <p:cNvSpPr/>
              <p:nvPr/>
            </p:nvSpPr>
            <p:spPr>
              <a:xfrm>
                <a:off x="8107200" y="4838760"/>
                <a:ext cx="39240" cy="287640"/>
              </a:xfrm>
              <a:custGeom>
                <a:avLst/>
                <a:gdLst/>
                <a:ahLst/>
                <a:rect l="l" t="t" r="r" b="b"/>
                <a:pathLst>
                  <a:path w="113" h="803">
                    <a:moveTo>
                      <a:pt x="112" y="0"/>
                    </a:moveTo>
                    <a:cubicBezTo>
                      <a:pt x="75" y="0"/>
                      <a:pt x="37" y="0"/>
                      <a:pt x="0" y="0"/>
                    </a:cubicBezTo>
                    <a:cubicBezTo>
                      <a:pt x="0" y="11"/>
                      <a:pt x="0" y="21"/>
                      <a:pt x="0" y="32"/>
                    </a:cubicBezTo>
                    <a:cubicBezTo>
                      <a:pt x="26" y="32"/>
                      <a:pt x="52" y="32"/>
                      <a:pt x="78" y="32"/>
                    </a:cubicBezTo>
                    <a:cubicBezTo>
                      <a:pt x="78" y="278"/>
                      <a:pt x="78" y="524"/>
                      <a:pt x="78" y="770"/>
                    </a:cubicBezTo>
                    <a:cubicBezTo>
                      <a:pt x="52" y="770"/>
                      <a:pt x="26" y="770"/>
                      <a:pt x="0" y="770"/>
                    </a:cubicBezTo>
                    <a:cubicBezTo>
                      <a:pt x="0" y="781"/>
                      <a:pt x="0" y="791"/>
                      <a:pt x="0" y="802"/>
                    </a:cubicBezTo>
                    <a:cubicBezTo>
                      <a:pt x="37" y="802"/>
                      <a:pt x="75" y="802"/>
                      <a:pt x="112" y="802"/>
                    </a:cubicBezTo>
                    <a:cubicBezTo>
                      <a:pt x="112" y="535"/>
                      <a:pt x="112" y="267"/>
                      <a:pt x="11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9" name="CustomShape 109"/>
              <p:cNvSpPr/>
              <p:nvPr/>
            </p:nvSpPr>
            <p:spPr>
              <a:xfrm>
                <a:off x="8262360" y="4887360"/>
                <a:ext cx="191880" cy="190440"/>
              </a:xfrm>
              <a:custGeom>
                <a:avLst/>
                <a:gdLst/>
                <a:ahLst/>
                <a:rect l="l" t="t" r="r" b="b"/>
                <a:pathLst>
                  <a:path w="537" h="533">
                    <a:moveTo>
                      <a:pt x="284" y="283"/>
                    </a:moveTo>
                    <a:cubicBezTo>
                      <a:pt x="358" y="283"/>
                      <a:pt x="433" y="283"/>
                      <a:pt x="508" y="283"/>
                    </a:cubicBezTo>
                    <a:cubicBezTo>
                      <a:pt x="520" y="283"/>
                      <a:pt x="536" y="282"/>
                      <a:pt x="536" y="265"/>
                    </a:cubicBezTo>
                    <a:cubicBezTo>
                      <a:pt x="536" y="248"/>
                      <a:pt x="520" y="249"/>
                      <a:pt x="508" y="249"/>
                    </a:cubicBezTo>
                    <a:cubicBezTo>
                      <a:pt x="433" y="249"/>
                      <a:pt x="358" y="249"/>
                      <a:pt x="284" y="249"/>
                    </a:cubicBezTo>
                    <a:cubicBezTo>
                      <a:pt x="284" y="174"/>
                      <a:pt x="284" y="100"/>
                      <a:pt x="284" y="25"/>
                    </a:cubicBezTo>
                    <a:cubicBezTo>
                      <a:pt x="284" y="13"/>
                      <a:pt x="284" y="0"/>
                      <a:pt x="268" y="0"/>
                    </a:cubicBezTo>
                    <a:cubicBezTo>
                      <a:pt x="252" y="0"/>
                      <a:pt x="252" y="13"/>
                      <a:pt x="252" y="25"/>
                    </a:cubicBezTo>
                    <a:cubicBezTo>
                      <a:pt x="252" y="100"/>
                      <a:pt x="252" y="174"/>
                      <a:pt x="252" y="249"/>
                    </a:cubicBezTo>
                    <a:cubicBezTo>
                      <a:pt x="177" y="249"/>
                      <a:pt x="102" y="249"/>
                      <a:pt x="27" y="249"/>
                    </a:cubicBezTo>
                    <a:cubicBezTo>
                      <a:pt x="16" y="249"/>
                      <a:pt x="0" y="248"/>
                      <a:pt x="0" y="265"/>
                    </a:cubicBezTo>
                    <a:cubicBezTo>
                      <a:pt x="0" y="282"/>
                      <a:pt x="16" y="283"/>
                      <a:pt x="27" y="283"/>
                    </a:cubicBezTo>
                    <a:cubicBezTo>
                      <a:pt x="102" y="283"/>
                      <a:pt x="177" y="283"/>
                      <a:pt x="252" y="283"/>
                    </a:cubicBezTo>
                    <a:cubicBezTo>
                      <a:pt x="252" y="358"/>
                      <a:pt x="252" y="432"/>
                      <a:pt x="252" y="507"/>
                    </a:cubicBezTo>
                    <a:cubicBezTo>
                      <a:pt x="252" y="518"/>
                      <a:pt x="252" y="532"/>
                      <a:pt x="268" y="532"/>
                    </a:cubicBezTo>
                    <a:cubicBezTo>
                      <a:pt x="284" y="532"/>
                      <a:pt x="284" y="518"/>
                      <a:pt x="284" y="507"/>
                    </a:cubicBezTo>
                    <a:cubicBezTo>
                      <a:pt x="284" y="432"/>
                      <a:pt x="284" y="358"/>
                      <a:pt x="284" y="28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50" name="CustomShape 110"/>
              <p:cNvSpPr/>
              <p:nvPr/>
            </p:nvSpPr>
            <p:spPr>
              <a:xfrm>
                <a:off x="8560800" y="5024520"/>
                <a:ext cx="29520" cy="29520"/>
              </a:xfrm>
              <a:custGeom>
                <a:avLst/>
                <a:gdLst/>
                <a:ahLst/>
                <a:rect l="l" t="t" r="r" b="b"/>
                <a:pathLst>
                  <a:path w="86" h="86">
                    <a:moveTo>
                      <a:pt x="85" y="44"/>
                    </a:moveTo>
                    <a:cubicBezTo>
                      <a:pt x="85" y="19"/>
                      <a:pt x="66" y="0"/>
                      <a:pt x="43" y="0"/>
                    </a:cubicBezTo>
                    <a:cubicBezTo>
                      <a:pt x="21" y="0"/>
                      <a:pt x="0" y="20"/>
                      <a:pt x="0" y="44"/>
                    </a:cubicBezTo>
                    <a:cubicBezTo>
                      <a:pt x="0" y="68"/>
                      <a:pt x="21" y="85"/>
                      <a:pt x="43" y="85"/>
                    </a:cubicBezTo>
                    <a:cubicBezTo>
                      <a:pt x="66" y="85"/>
                      <a:pt x="85" y="67"/>
                      <a:pt x="85" y="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51" name="CustomShape 111"/>
              <p:cNvSpPr/>
              <p:nvPr/>
            </p:nvSpPr>
            <p:spPr>
              <a:xfrm>
                <a:off x="8689320" y="5024520"/>
                <a:ext cx="30240" cy="29520"/>
              </a:xfrm>
              <a:custGeom>
                <a:avLst/>
                <a:gdLst/>
                <a:ahLst/>
                <a:rect l="l" t="t" r="r" b="b"/>
                <a:pathLst>
                  <a:path w="88" h="86">
                    <a:moveTo>
                      <a:pt x="87" y="44"/>
                    </a:moveTo>
                    <a:cubicBezTo>
                      <a:pt x="87" y="19"/>
                      <a:pt x="67" y="0"/>
                      <a:pt x="44" y="0"/>
                    </a:cubicBezTo>
                    <a:cubicBezTo>
                      <a:pt x="21" y="0"/>
                      <a:pt x="0" y="20"/>
                      <a:pt x="0" y="44"/>
                    </a:cubicBezTo>
                    <a:cubicBezTo>
                      <a:pt x="0" y="68"/>
                      <a:pt x="21" y="85"/>
                      <a:pt x="44" y="85"/>
                    </a:cubicBezTo>
                    <a:cubicBezTo>
                      <a:pt x="67" y="85"/>
                      <a:pt x="87" y="67"/>
                      <a:pt x="87" y="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52" name="CustomShape 112"/>
              <p:cNvSpPr/>
              <p:nvPr/>
            </p:nvSpPr>
            <p:spPr>
              <a:xfrm>
                <a:off x="8818200" y="5024520"/>
                <a:ext cx="30240" cy="29520"/>
              </a:xfrm>
              <a:custGeom>
                <a:avLst/>
                <a:gdLst/>
                <a:ahLst/>
                <a:rect l="l" t="t" r="r" b="b"/>
                <a:pathLst>
                  <a:path w="88" h="86">
                    <a:moveTo>
                      <a:pt x="87" y="44"/>
                    </a:moveTo>
                    <a:cubicBezTo>
                      <a:pt x="87" y="19"/>
                      <a:pt x="66" y="0"/>
                      <a:pt x="43" y="0"/>
                    </a:cubicBezTo>
                    <a:cubicBezTo>
                      <a:pt x="20" y="0"/>
                      <a:pt x="0" y="20"/>
                      <a:pt x="0" y="44"/>
                    </a:cubicBezTo>
                    <a:cubicBezTo>
                      <a:pt x="0" y="68"/>
                      <a:pt x="20" y="85"/>
                      <a:pt x="43" y="85"/>
                    </a:cubicBezTo>
                    <a:cubicBezTo>
                      <a:pt x="66" y="85"/>
                      <a:pt x="87" y="67"/>
                      <a:pt x="87" y="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53" name="CustomShape 113"/>
              <p:cNvSpPr/>
              <p:nvPr/>
            </p:nvSpPr>
            <p:spPr>
              <a:xfrm>
                <a:off x="8955000" y="4887360"/>
                <a:ext cx="191160" cy="190440"/>
              </a:xfrm>
              <a:custGeom>
                <a:avLst/>
                <a:gdLst/>
                <a:ahLst/>
                <a:rect l="l" t="t" r="r" b="b"/>
                <a:pathLst>
                  <a:path w="535" h="533">
                    <a:moveTo>
                      <a:pt x="284" y="283"/>
                    </a:moveTo>
                    <a:cubicBezTo>
                      <a:pt x="359" y="283"/>
                      <a:pt x="434" y="283"/>
                      <a:pt x="509" y="283"/>
                    </a:cubicBezTo>
                    <a:cubicBezTo>
                      <a:pt x="520" y="283"/>
                      <a:pt x="534" y="282"/>
                      <a:pt x="534" y="265"/>
                    </a:cubicBezTo>
                    <a:cubicBezTo>
                      <a:pt x="534" y="248"/>
                      <a:pt x="520" y="249"/>
                      <a:pt x="509" y="249"/>
                    </a:cubicBezTo>
                    <a:cubicBezTo>
                      <a:pt x="434" y="249"/>
                      <a:pt x="359" y="249"/>
                      <a:pt x="284" y="249"/>
                    </a:cubicBezTo>
                    <a:cubicBezTo>
                      <a:pt x="284" y="174"/>
                      <a:pt x="284" y="100"/>
                      <a:pt x="284" y="25"/>
                    </a:cubicBezTo>
                    <a:cubicBezTo>
                      <a:pt x="284" y="13"/>
                      <a:pt x="284" y="0"/>
                      <a:pt x="268" y="0"/>
                    </a:cubicBezTo>
                    <a:cubicBezTo>
                      <a:pt x="252" y="0"/>
                      <a:pt x="252" y="13"/>
                      <a:pt x="252" y="25"/>
                    </a:cubicBezTo>
                    <a:cubicBezTo>
                      <a:pt x="252" y="100"/>
                      <a:pt x="252" y="174"/>
                      <a:pt x="252" y="249"/>
                    </a:cubicBezTo>
                    <a:cubicBezTo>
                      <a:pt x="176" y="249"/>
                      <a:pt x="101" y="249"/>
                      <a:pt x="25" y="249"/>
                    </a:cubicBezTo>
                    <a:cubicBezTo>
                      <a:pt x="14" y="249"/>
                      <a:pt x="0" y="248"/>
                      <a:pt x="0" y="265"/>
                    </a:cubicBezTo>
                    <a:cubicBezTo>
                      <a:pt x="0" y="282"/>
                      <a:pt x="14" y="283"/>
                      <a:pt x="25" y="283"/>
                    </a:cubicBezTo>
                    <a:cubicBezTo>
                      <a:pt x="101" y="283"/>
                      <a:pt x="176" y="283"/>
                      <a:pt x="252" y="283"/>
                    </a:cubicBezTo>
                    <a:cubicBezTo>
                      <a:pt x="252" y="358"/>
                      <a:pt x="252" y="432"/>
                      <a:pt x="252" y="507"/>
                    </a:cubicBezTo>
                    <a:cubicBezTo>
                      <a:pt x="252" y="518"/>
                      <a:pt x="252" y="532"/>
                      <a:pt x="268" y="532"/>
                    </a:cubicBezTo>
                    <a:cubicBezTo>
                      <a:pt x="284" y="532"/>
                      <a:pt x="284" y="518"/>
                      <a:pt x="284" y="507"/>
                    </a:cubicBezTo>
                    <a:cubicBezTo>
                      <a:pt x="284" y="432"/>
                      <a:pt x="284" y="358"/>
                      <a:pt x="284" y="28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54" name="CustomShape 114"/>
              <p:cNvSpPr/>
              <p:nvPr/>
            </p:nvSpPr>
            <p:spPr>
              <a:xfrm>
                <a:off x="9237960" y="4855320"/>
                <a:ext cx="63000" cy="198720"/>
              </a:xfrm>
              <a:custGeom>
                <a:avLst/>
                <a:gdLst/>
                <a:ahLst/>
                <a:rect l="l" t="t" r="r" b="b"/>
                <a:pathLst>
                  <a:path w="179" h="556">
                    <a:moveTo>
                      <a:pt x="117" y="0"/>
                    </a:moveTo>
                    <a:cubicBezTo>
                      <a:pt x="78" y="3"/>
                      <a:pt x="39" y="6"/>
                      <a:pt x="0" y="9"/>
                    </a:cubicBezTo>
                    <a:cubicBezTo>
                      <a:pt x="0" y="17"/>
                      <a:pt x="0" y="26"/>
                      <a:pt x="0" y="34"/>
                    </a:cubicBezTo>
                    <a:cubicBezTo>
                      <a:pt x="57" y="34"/>
                      <a:pt x="62" y="38"/>
                      <a:pt x="62" y="77"/>
                    </a:cubicBezTo>
                    <a:cubicBezTo>
                      <a:pt x="62" y="217"/>
                      <a:pt x="62" y="356"/>
                      <a:pt x="62" y="495"/>
                    </a:cubicBezTo>
                    <a:cubicBezTo>
                      <a:pt x="62" y="530"/>
                      <a:pt x="55" y="530"/>
                      <a:pt x="0" y="530"/>
                    </a:cubicBezTo>
                    <a:cubicBezTo>
                      <a:pt x="0" y="538"/>
                      <a:pt x="0" y="547"/>
                      <a:pt x="0" y="555"/>
                    </a:cubicBezTo>
                    <a:cubicBezTo>
                      <a:pt x="27" y="555"/>
                      <a:pt x="68" y="553"/>
                      <a:pt x="89" y="553"/>
                    </a:cubicBezTo>
                    <a:cubicBezTo>
                      <a:pt x="110" y="553"/>
                      <a:pt x="149" y="555"/>
                      <a:pt x="178" y="555"/>
                    </a:cubicBezTo>
                    <a:cubicBezTo>
                      <a:pt x="178" y="547"/>
                      <a:pt x="178" y="538"/>
                      <a:pt x="178" y="530"/>
                    </a:cubicBezTo>
                    <a:cubicBezTo>
                      <a:pt x="123" y="530"/>
                      <a:pt x="117" y="530"/>
                      <a:pt x="117" y="495"/>
                    </a:cubicBezTo>
                    <a:cubicBezTo>
                      <a:pt x="117" y="330"/>
                      <a:pt x="117" y="165"/>
                      <a:pt x="11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55" name="CustomShape 115"/>
              <p:cNvSpPr/>
              <p:nvPr/>
            </p:nvSpPr>
            <p:spPr>
              <a:xfrm>
                <a:off x="9317160" y="4925880"/>
                <a:ext cx="127440" cy="131400"/>
              </a:xfrm>
              <a:custGeom>
                <a:avLst/>
                <a:gdLst/>
                <a:ahLst/>
                <a:rect l="l" t="t" r="r" b="b"/>
                <a:pathLst>
                  <a:path w="358" h="369">
                    <a:moveTo>
                      <a:pt x="357" y="188"/>
                    </a:moveTo>
                    <a:cubicBezTo>
                      <a:pt x="357" y="85"/>
                      <a:pt x="275" y="0"/>
                      <a:pt x="178" y="0"/>
                    </a:cubicBezTo>
                    <a:cubicBezTo>
                      <a:pt x="78" y="0"/>
                      <a:pt x="0" y="87"/>
                      <a:pt x="0" y="188"/>
                    </a:cubicBezTo>
                    <a:cubicBezTo>
                      <a:pt x="0" y="290"/>
                      <a:pt x="82" y="368"/>
                      <a:pt x="178" y="368"/>
                    </a:cubicBezTo>
                    <a:cubicBezTo>
                      <a:pt x="275" y="368"/>
                      <a:pt x="357" y="290"/>
                      <a:pt x="357" y="188"/>
                    </a:cubicBezTo>
                    <a:moveTo>
                      <a:pt x="178" y="347"/>
                    </a:moveTo>
                    <a:cubicBezTo>
                      <a:pt x="144" y="347"/>
                      <a:pt x="107" y="331"/>
                      <a:pt x="87" y="295"/>
                    </a:cubicBezTo>
                    <a:cubicBezTo>
                      <a:pt x="66" y="258"/>
                      <a:pt x="66" y="210"/>
                      <a:pt x="66" y="181"/>
                    </a:cubicBezTo>
                    <a:cubicBezTo>
                      <a:pt x="66" y="151"/>
                      <a:pt x="66" y="108"/>
                      <a:pt x="84" y="71"/>
                    </a:cubicBezTo>
                    <a:cubicBezTo>
                      <a:pt x="107" y="34"/>
                      <a:pt x="144" y="18"/>
                      <a:pt x="178" y="18"/>
                    </a:cubicBezTo>
                    <a:cubicBezTo>
                      <a:pt x="213" y="18"/>
                      <a:pt x="247" y="37"/>
                      <a:pt x="268" y="71"/>
                    </a:cubicBezTo>
                    <a:cubicBezTo>
                      <a:pt x="288" y="105"/>
                      <a:pt x="288" y="151"/>
                      <a:pt x="288" y="181"/>
                    </a:cubicBezTo>
                    <a:cubicBezTo>
                      <a:pt x="288" y="210"/>
                      <a:pt x="288" y="254"/>
                      <a:pt x="272" y="288"/>
                    </a:cubicBezTo>
                    <a:cubicBezTo>
                      <a:pt x="254" y="325"/>
                      <a:pt x="217" y="347"/>
                      <a:pt x="178" y="347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56" name="CustomShape 116"/>
              <p:cNvSpPr/>
              <p:nvPr/>
            </p:nvSpPr>
            <p:spPr>
              <a:xfrm>
                <a:off x="9462240" y="4924440"/>
                <a:ext cx="130680" cy="188640"/>
              </a:xfrm>
              <a:custGeom>
                <a:avLst/>
                <a:gdLst/>
                <a:ahLst/>
                <a:rect l="l" t="t" r="r" b="b"/>
                <a:pathLst>
                  <a:path w="367" h="528">
                    <a:moveTo>
                      <a:pt x="156" y="226"/>
                    </a:moveTo>
                    <a:cubicBezTo>
                      <a:pt x="85" y="226"/>
                      <a:pt x="85" y="146"/>
                      <a:pt x="85" y="128"/>
                    </a:cubicBezTo>
                    <a:cubicBezTo>
                      <a:pt x="85" y="105"/>
                      <a:pt x="87" y="80"/>
                      <a:pt x="98" y="59"/>
                    </a:cubicBezTo>
                    <a:cubicBezTo>
                      <a:pt x="105" y="50"/>
                      <a:pt x="124" y="27"/>
                      <a:pt x="156" y="27"/>
                    </a:cubicBezTo>
                    <a:cubicBezTo>
                      <a:pt x="224" y="27"/>
                      <a:pt x="224" y="107"/>
                      <a:pt x="224" y="125"/>
                    </a:cubicBezTo>
                    <a:cubicBezTo>
                      <a:pt x="224" y="148"/>
                      <a:pt x="224" y="173"/>
                      <a:pt x="213" y="194"/>
                    </a:cubicBezTo>
                    <a:cubicBezTo>
                      <a:pt x="206" y="203"/>
                      <a:pt x="188" y="226"/>
                      <a:pt x="156" y="226"/>
                    </a:cubicBezTo>
                    <a:moveTo>
                      <a:pt x="62" y="258"/>
                    </a:moveTo>
                    <a:cubicBezTo>
                      <a:pt x="62" y="253"/>
                      <a:pt x="62" y="235"/>
                      <a:pt x="75" y="219"/>
                    </a:cubicBezTo>
                    <a:cubicBezTo>
                      <a:pt x="108" y="242"/>
                      <a:pt x="140" y="244"/>
                      <a:pt x="156" y="244"/>
                    </a:cubicBezTo>
                    <a:cubicBezTo>
                      <a:pt x="229" y="244"/>
                      <a:pt x="286" y="189"/>
                      <a:pt x="286" y="128"/>
                    </a:cubicBezTo>
                    <a:cubicBezTo>
                      <a:pt x="286" y="98"/>
                      <a:pt x="273" y="68"/>
                      <a:pt x="252" y="50"/>
                    </a:cubicBezTo>
                    <a:cubicBezTo>
                      <a:pt x="282" y="22"/>
                      <a:pt x="311" y="18"/>
                      <a:pt x="325" y="18"/>
                    </a:cubicBezTo>
                    <a:cubicBezTo>
                      <a:pt x="327" y="18"/>
                      <a:pt x="330" y="18"/>
                      <a:pt x="332" y="18"/>
                    </a:cubicBezTo>
                    <a:cubicBezTo>
                      <a:pt x="325" y="22"/>
                      <a:pt x="321" y="32"/>
                      <a:pt x="321" y="41"/>
                    </a:cubicBezTo>
                    <a:cubicBezTo>
                      <a:pt x="321" y="54"/>
                      <a:pt x="330" y="64"/>
                      <a:pt x="344" y="64"/>
                    </a:cubicBezTo>
                    <a:cubicBezTo>
                      <a:pt x="353" y="64"/>
                      <a:pt x="366" y="59"/>
                      <a:pt x="366" y="41"/>
                    </a:cubicBezTo>
                    <a:cubicBezTo>
                      <a:pt x="366" y="27"/>
                      <a:pt x="357" y="0"/>
                      <a:pt x="325" y="0"/>
                    </a:cubicBezTo>
                    <a:cubicBezTo>
                      <a:pt x="309" y="0"/>
                      <a:pt x="275" y="4"/>
                      <a:pt x="240" y="38"/>
                    </a:cubicBezTo>
                    <a:cubicBezTo>
                      <a:pt x="206" y="11"/>
                      <a:pt x="172" y="9"/>
                      <a:pt x="156" y="9"/>
                    </a:cubicBezTo>
                    <a:cubicBezTo>
                      <a:pt x="80" y="9"/>
                      <a:pt x="25" y="64"/>
                      <a:pt x="25" y="125"/>
                    </a:cubicBezTo>
                    <a:cubicBezTo>
                      <a:pt x="25" y="162"/>
                      <a:pt x="43" y="192"/>
                      <a:pt x="62" y="208"/>
                    </a:cubicBezTo>
                    <a:cubicBezTo>
                      <a:pt x="53" y="221"/>
                      <a:pt x="37" y="246"/>
                      <a:pt x="37" y="276"/>
                    </a:cubicBezTo>
                    <a:cubicBezTo>
                      <a:pt x="37" y="299"/>
                      <a:pt x="48" y="331"/>
                      <a:pt x="73" y="347"/>
                    </a:cubicBezTo>
                    <a:cubicBezTo>
                      <a:pt x="25" y="361"/>
                      <a:pt x="0" y="395"/>
                      <a:pt x="0" y="427"/>
                    </a:cubicBezTo>
                    <a:cubicBezTo>
                      <a:pt x="0" y="484"/>
                      <a:pt x="78" y="527"/>
                      <a:pt x="176" y="527"/>
                    </a:cubicBezTo>
                    <a:cubicBezTo>
                      <a:pt x="273" y="527"/>
                      <a:pt x="355" y="486"/>
                      <a:pt x="355" y="425"/>
                    </a:cubicBezTo>
                    <a:cubicBezTo>
                      <a:pt x="355" y="397"/>
                      <a:pt x="344" y="356"/>
                      <a:pt x="302" y="333"/>
                    </a:cubicBezTo>
                    <a:cubicBezTo>
                      <a:pt x="261" y="310"/>
                      <a:pt x="213" y="310"/>
                      <a:pt x="165" y="310"/>
                    </a:cubicBezTo>
                    <a:cubicBezTo>
                      <a:pt x="144" y="310"/>
                      <a:pt x="110" y="310"/>
                      <a:pt x="105" y="310"/>
                    </a:cubicBezTo>
                    <a:cubicBezTo>
                      <a:pt x="78" y="308"/>
                      <a:pt x="62" y="283"/>
                      <a:pt x="62" y="258"/>
                    </a:cubicBezTo>
                    <a:moveTo>
                      <a:pt x="179" y="509"/>
                    </a:moveTo>
                    <a:cubicBezTo>
                      <a:pt x="96" y="509"/>
                      <a:pt x="41" y="468"/>
                      <a:pt x="41" y="427"/>
                    </a:cubicBezTo>
                    <a:cubicBezTo>
                      <a:pt x="41" y="390"/>
                      <a:pt x="71" y="361"/>
                      <a:pt x="108" y="358"/>
                    </a:cubicBezTo>
                    <a:cubicBezTo>
                      <a:pt x="123" y="358"/>
                      <a:pt x="138" y="358"/>
                      <a:pt x="153" y="358"/>
                    </a:cubicBezTo>
                    <a:cubicBezTo>
                      <a:pt x="224" y="358"/>
                      <a:pt x="314" y="358"/>
                      <a:pt x="314" y="427"/>
                    </a:cubicBezTo>
                    <a:cubicBezTo>
                      <a:pt x="314" y="470"/>
                      <a:pt x="256" y="509"/>
                      <a:pt x="179" y="50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57" name="CustomShape 117"/>
              <p:cNvSpPr/>
              <p:nvPr/>
            </p:nvSpPr>
            <p:spPr>
              <a:xfrm>
                <a:off x="9637200" y="4838760"/>
                <a:ext cx="38520" cy="287640"/>
              </a:xfrm>
              <a:custGeom>
                <a:avLst/>
                <a:gdLst/>
                <a:ahLst/>
                <a:rect l="l" t="t" r="r" b="b"/>
                <a:pathLst>
                  <a:path w="111" h="803">
                    <a:moveTo>
                      <a:pt x="110" y="802"/>
                    </a:moveTo>
                    <a:cubicBezTo>
                      <a:pt x="110" y="791"/>
                      <a:pt x="110" y="781"/>
                      <a:pt x="110" y="770"/>
                    </a:cubicBezTo>
                    <a:cubicBezTo>
                      <a:pt x="84" y="770"/>
                      <a:pt x="58" y="770"/>
                      <a:pt x="32" y="770"/>
                    </a:cubicBezTo>
                    <a:cubicBezTo>
                      <a:pt x="32" y="524"/>
                      <a:pt x="32" y="278"/>
                      <a:pt x="32" y="32"/>
                    </a:cubicBezTo>
                    <a:cubicBezTo>
                      <a:pt x="58" y="32"/>
                      <a:pt x="84" y="32"/>
                      <a:pt x="110" y="32"/>
                    </a:cubicBezTo>
                    <a:cubicBezTo>
                      <a:pt x="110" y="21"/>
                      <a:pt x="110" y="11"/>
                      <a:pt x="110" y="0"/>
                    </a:cubicBezTo>
                    <a:cubicBezTo>
                      <a:pt x="73" y="0"/>
                      <a:pt x="36" y="0"/>
                      <a:pt x="0" y="0"/>
                    </a:cubicBezTo>
                    <a:cubicBezTo>
                      <a:pt x="0" y="267"/>
                      <a:pt x="0" y="535"/>
                      <a:pt x="0" y="802"/>
                    </a:cubicBezTo>
                    <a:cubicBezTo>
                      <a:pt x="36" y="802"/>
                      <a:pt x="73" y="802"/>
                      <a:pt x="110" y="80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58" name="CustomShape 118"/>
              <p:cNvSpPr/>
              <p:nvPr/>
            </p:nvSpPr>
            <p:spPr>
              <a:xfrm>
                <a:off x="9694800" y="4858560"/>
                <a:ext cx="205920" cy="195480"/>
              </a:xfrm>
              <a:custGeom>
                <a:avLst/>
                <a:gdLst/>
                <a:ahLst/>
                <a:rect l="l" t="t" r="r" b="b"/>
                <a:pathLst>
                  <a:path w="576" h="547">
                    <a:moveTo>
                      <a:pt x="211" y="292"/>
                    </a:moveTo>
                    <a:cubicBezTo>
                      <a:pt x="257" y="292"/>
                      <a:pt x="302" y="292"/>
                      <a:pt x="348" y="292"/>
                    </a:cubicBezTo>
                    <a:cubicBezTo>
                      <a:pt x="463" y="292"/>
                      <a:pt x="575" y="210"/>
                      <a:pt x="575" y="121"/>
                    </a:cubicBezTo>
                    <a:cubicBezTo>
                      <a:pt x="575" y="59"/>
                      <a:pt x="522" y="0"/>
                      <a:pt x="417" y="0"/>
                    </a:cubicBezTo>
                    <a:cubicBezTo>
                      <a:pt x="330" y="0"/>
                      <a:pt x="243" y="0"/>
                      <a:pt x="156" y="0"/>
                    </a:cubicBezTo>
                    <a:cubicBezTo>
                      <a:pt x="140" y="0"/>
                      <a:pt x="131" y="0"/>
                      <a:pt x="131" y="13"/>
                    </a:cubicBezTo>
                    <a:cubicBezTo>
                      <a:pt x="131" y="25"/>
                      <a:pt x="137" y="25"/>
                      <a:pt x="156" y="25"/>
                    </a:cubicBezTo>
                    <a:cubicBezTo>
                      <a:pt x="165" y="25"/>
                      <a:pt x="179" y="25"/>
                      <a:pt x="190" y="25"/>
                    </a:cubicBezTo>
                    <a:cubicBezTo>
                      <a:pt x="202" y="27"/>
                      <a:pt x="206" y="29"/>
                      <a:pt x="206" y="39"/>
                    </a:cubicBezTo>
                    <a:cubicBezTo>
                      <a:pt x="206" y="41"/>
                      <a:pt x="206" y="43"/>
                      <a:pt x="204" y="55"/>
                    </a:cubicBezTo>
                    <a:cubicBezTo>
                      <a:pt x="168" y="198"/>
                      <a:pt x="132" y="341"/>
                      <a:pt x="96" y="484"/>
                    </a:cubicBezTo>
                    <a:cubicBezTo>
                      <a:pt x="87" y="514"/>
                      <a:pt x="87" y="521"/>
                      <a:pt x="23" y="521"/>
                    </a:cubicBezTo>
                    <a:cubicBezTo>
                      <a:pt x="9" y="521"/>
                      <a:pt x="0" y="521"/>
                      <a:pt x="0" y="537"/>
                    </a:cubicBezTo>
                    <a:cubicBezTo>
                      <a:pt x="0" y="546"/>
                      <a:pt x="9" y="546"/>
                      <a:pt x="11" y="546"/>
                    </a:cubicBezTo>
                    <a:cubicBezTo>
                      <a:pt x="34" y="546"/>
                      <a:pt x="92" y="544"/>
                      <a:pt x="114" y="544"/>
                    </a:cubicBezTo>
                    <a:cubicBezTo>
                      <a:pt x="131" y="544"/>
                      <a:pt x="149" y="544"/>
                      <a:pt x="165" y="544"/>
                    </a:cubicBezTo>
                    <a:cubicBezTo>
                      <a:pt x="183" y="544"/>
                      <a:pt x="202" y="546"/>
                      <a:pt x="218" y="546"/>
                    </a:cubicBezTo>
                    <a:cubicBezTo>
                      <a:pt x="224" y="546"/>
                      <a:pt x="234" y="546"/>
                      <a:pt x="234" y="530"/>
                    </a:cubicBezTo>
                    <a:cubicBezTo>
                      <a:pt x="234" y="521"/>
                      <a:pt x="227" y="521"/>
                      <a:pt x="211" y="521"/>
                    </a:cubicBezTo>
                    <a:cubicBezTo>
                      <a:pt x="181" y="521"/>
                      <a:pt x="160" y="521"/>
                      <a:pt x="160" y="507"/>
                    </a:cubicBezTo>
                    <a:cubicBezTo>
                      <a:pt x="160" y="502"/>
                      <a:pt x="160" y="498"/>
                      <a:pt x="163" y="493"/>
                    </a:cubicBezTo>
                    <a:cubicBezTo>
                      <a:pt x="179" y="426"/>
                      <a:pt x="195" y="359"/>
                      <a:pt x="211" y="292"/>
                    </a:cubicBezTo>
                    <a:moveTo>
                      <a:pt x="270" y="55"/>
                    </a:moveTo>
                    <a:cubicBezTo>
                      <a:pt x="277" y="27"/>
                      <a:pt x="279" y="25"/>
                      <a:pt x="314" y="25"/>
                    </a:cubicBezTo>
                    <a:cubicBezTo>
                      <a:pt x="339" y="25"/>
                      <a:pt x="364" y="25"/>
                      <a:pt x="389" y="25"/>
                    </a:cubicBezTo>
                    <a:cubicBezTo>
                      <a:pt x="458" y="25"/>
                      <a:pt x="499" y="45"/>
                      <a:pt x="499" y="100"/>
                    </a:cubicBezTo>
                    <a:cubicBezTo>
                      <a:pt x="499" y="132"/>
                      <a:pt x="483" y="201"/>
                      <a:pt x="454" y="231"/>
                    </a:cubicBezTo>
                    <a:cubicBezTo>
                      <a:pt x="412" y="265"/>
                      <a:pt x="364" y="272"/>
                      <a:pt x="328" y="272"/>
                    </a:cubicBezTo>
                    <a:cubicBezTo>
                      <a:pt x="290" y="272"/>
                      <a:pt x="253" y="272"/>
                      <a:pt x="215" y="272"/>
                    </a:cubicBezTo>
                    <a:cubicBezTo>
                      <a:pt x="234" y="199"/>
                      <a:pt x="252" y="127"/>
                      <a:pt x="270" y="55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59" name="CustomShape 119"/>
              <p:cNvSpPr/>
              <p:nvPr/>
            </p:nvSpPr>
            <p:spPr>
              <a:xfrm>
                <a:off x="9938160" y="4838760"/>
                <a:ext cx="66600" cy="287640"/>
              </a:xfrm>
              <a:custGeom>
                <a:avLst/>
                <a:gdLst/>
                <a:ahLst/>
                <a:rect l="l" t="t" r="r" b="b"/>
                <a:pathLst>
                  <a:path w="189" h="803">
                    <a:moveTo>
                      <a:pt x="188" y="793"/>
                    </a:moveTo>
                    <a:cubicBezTo>
                      <a:pt x="188" y="791"/>
                      <a:pt x="188" y="791"/>
                      <a:pt x="174" y="777"/>
                    </a:cubicBezTo>
                    <a:cubicBezTo>
                      <a:pt x="73" y="674"/>
                      <a:pt x="48" y="523"/>
                      <a:pt x="48" y="400"/>
                    </a:cubicBezTo>
                    <a:cubicBezTo>
                      <a:pt x="48" y="260"/>
                      <a:pt x="78" y="121"/>
                      <a:pt x="176" y="23"/>
                    </a:cubicBezTo>
                    <a:cubicBezTo>
                      <a:pt x="188" y="11"/>
                      <a:pt x="188" y="11"/>
                      <a:pt x="188" y="9"/>
                    </a:cubicBezTo>
                    <a:cubicBezTo>
                      <a:pt x="188" y="2"/>
                      <a:pt x="183" y="0"/>
                      <a:pt x="178" y="0"/>
                    </a:cubicBezTo>
                    <a:cubicBezTo>
                      <a:pt x="172" y="0"/>
                      <a:pt x="98" y="55"/>
                      <a:pt x="50" y="158"/>
                    </a:cubicBezTo>
                    <a:cubicBezTo>
                      <a:pt x="9" y="244"/>
                      <a:pt x="0" y="334"/>
                      <a:pt x="0" y="400"/>
                    </a:cubicBezTo>
                    <a:cubicBezTo>
                      <a:pt x="0" y="464"/>
                      <a:pt x="9" y="560"/>
                      <a:pt x="52" y="651"/>
                    </a:cubicBezTo>
                    <a:cubicBezTo>
                      <a:pt x="101" y="749"/>
                      <a:pt x="172" y="802"/>
                      <a:pt x="178" y="802"/>
                    </a:cubicBezTo>
                    <a:cubicBezTo>
                      <a:pt x="183" y="802"/>
                      <a:pt x="188" y="800"/>
                      <a:pt x="188" y="793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60" name="CustomShape 120"/>
              <p:cNvSpPr/>
              <p:nvPr/>
            </p:nvSpPr>
            <p:spPr>
              <a:xfrm>
                <a:off x="10030320" y="4927680"/>
                <a:ext cx="132480" cy="185400"/>
              </a:xfrm>
              <a:custGeom>
                <a:avLst/>
                <a:gdLst/>
                <a:ahLst/>
                <a:rect l="l" t="t" r="r" b="b"/>
                <a:pathLst>
                  <a:path w="372" h="519">
                    <a:moveTo>
                      <a:pt x="369" y="50"/>
                    </a:moveTo>
                    <a:cubicBezTo>
                      <a:pt x="371" y="39"/>
                      <a:pt x="371" y="36"/>
                      <a:pt x="371" y="32"/>
                    </a:cubicBezTo>
                    <a:cubicBezTo>
                      <a:pt x="371" y="16"/>
                      <a:pt x="360" y="9"/>
                      <a:pt x="349" y="9"/>
                    </a:cubicBezTo>
                    <a:cubicBezTo>
                      <a:pt x="342" y="9"/>
                      <a:pt x="328" y="13"/>
                      <a:pt x="321" y="25"/>
                    </a:cubicBezTo>
                    <a:cubicBezTo>
                      <a:pt x="319" y="29"/>
                      <a:pt x="312" y="55"/>
                      <a:pt x="310" y="68"/>
                    </a:cubicBezTo>
                    <a:cubicBezTo>
                      <a:pt x="303" y="89"/>
                      <a:pt x="298" y="112"/>
                      <a:pt x="294" y="132"/>
                    </a:cubicBezTo>
                    <a:cubicBezTo>
                      <a:pt x="281" y="180"/>
                      <a:pt x="269" y="228"/>
                      <a:pt x="257" y="276"/>
                    </a:cubicBezTo>
                    <a:cubicBezTo>
                      <a:pt x="255" y="290"/>
                      <a:pt x="220" y="345"/>
                      <a:pt x="165" y="345"/>
                    </a:cubicBezTo>
                    <a:cubicBezTo>
                      <a:pt x="124" y="345"/>
                      <a:pt x="117" y="310"/>
                      <a:pt x="117" y="281"/>
                    </a:cubicBezTo>
                    <a:cubicBezTo>
                      <a:pt x="117" y="244"/>
                      <a:pt x="131" y="194"/>
                      <a:pt x="156" y="123"/>
                    </a:cubicBezTo>
                    <a:cubicBezTo>
                      <a:pt x="170" y="91"/>
                      <a:pt x="172" y="82"/>
                      <a:pt x="172" y="66"/>
                    </a:cubicBezTo>
                    <a:cubicBezTo>
                      <a:pt x="172" y="29"/>
                      <a:pt x="147" y="0"/>
                      <a:pt x="108" y="0"/>
                    </a:cubicBezTo>
                    <a:cubicBezTo>
                      <a:pt x="30" y="0"/>
                      <a:pt x="0" y="116"/>
                      <a:pt x="0" y="123"/>
                    </a:cubicBezTo>
                    <a:cubicBezTo>
                      <a:pt x="0" y="132"/>
                      <a:pt x="10" y="132"/>
                      <a:pt x="12" y="132"/>
                    </a:cubicBezTo>
                    <a:cubicBezTo>
                      <a:pt x="19" y="132"/>
                      <a:pt x="19" y="130"/>
                      <a:pt x="23" y="116"/>
                    </a:cubicBezTo>
                    <a:cubicBezTo>
                      <a:pt x="46" y="41"/>
                      <a:pt x="78" y="18"/>
                      <a:pt x="106" y="18"/>
                    </a:cubicBezTo>
                    <a:cubicBezTo>
                      <a:pt x="110" y="18"/>
                      <a:pt x="124" y="18"/>
                      <a:pt x="124" y="43"/>
                    </a:cubicBezTo>
                    <a:cubicBezTo>
                      <a:pt x="124" y="64"/>
                      <a:pt x="117" y="84"/>
                      <a:pt x="110" y="100"/>
                    </a:cubicBezTo>
                    <a:cubicBezTo>
                      <a:pt x="78" y="185"/>
                      <a:pt x="64" y="230"/>
                      <a:pt x="64" y="267"/>
                    </a:cubicBezTo>
                    <a:cubicBezTo>
                      <a:pt x="64" y="338"/>
                      <a:pt x="115" y="363"/>
                      <a:pt x="163" y="363"/>
                    </a:cubicBezTo>
                    <a:cubicBezTo>
                      <a:pt x="195" y="363"/>
                      <a:pt x="223" y="349"/>
                      <a:pt x="243" y="326"/>
                    </a:cubicBezTo>
                    <a:cubicBezTo>
                      <a:pt x="234" y="368"/>
                      <a:pt x="225" y="409"/>
                      <a:pt x="193" y="450"/>
                    </a:cubicBezTo>
                    <a:cubicBezTo>
                      <a:pt x="170" y="477"/>
                      <a:pt x="140" y="500"/>
                      <a:pt x="103" y="500"/>
                    </a:cubicBezTo>
                    <a:cubicBezTo>
                      <a:pt x="92" y="500"/>
                      <a:pt x="55" y="498"/>
                      <a:pt x="42" y="468"/>
                    </a:cubicBezTo>
                    <a:cubicBezTo>
                      <a:pt x="55" y="468"/>
                      <a:pt x="64" y="468"/>
                      <a:pt x="76" y="457"/>
                    </a:cubicBezTo>
                    <a:cubicBezTo>
                      <a:pt x="85" y="450"/>
                      <a:pt x="92" y="441"/>
                      <a:pt x="92" y="425"/>
                    </a:cubicBezTo>
                    <a:cubicBezTo>
                      <a:pt x="92" y="400"/>
                      <a:pt x="71" y="397"/>
                      <a:pt x="62" y="397"/>
                    </a:cubicBezTo>
                    <a:cubicBezTo>
                      <a:pt x="44" y="397"/>
                      <a:pt x="19" y="409"/>
                      <a:pt x="19" y="450"/>
                    </a:cubicBezTo>
                    <a:cubicBezTo>
                      <a:pt x="19" y="489"/>
                      <a:pt x="53" y="518"/>
                      <a:pt x="103" y="518"/>
                    </a:cubicBezTo>
                    <a:cubicBezTo>
                      <a:pt x="186" y="518"/>
                      <a:pt x="268" y="445"/>
                      <a:pt x="291" y="356"/>
                    </a:cubicBezTo>
                    <a:cubicBezTo>
                      <a:pt x="317" y="254"/>
                      <a:pt x="343" y="152"/>
                      <a:pt x="369" y="5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61" name="CustomShape 121"/>
              <p:cNvSpPr/>
              <p:nvPr/>
            </p:nvSpPr>
            <p:spPr>
              <a:xfrm>
                <a:off x="10173960" y="5009760"/>
                <a:ext cx="122760" cy="89640"/>
              </a:xfrm>
              <a:custGeom>
                <a:avLst/>
                <a:gdLst/>
                <a:ahLst/>
                <a:rect l="l" t="t" r="r" b="b"/>
                <a:pathLst>
                  <a:path w="345" h="253">
                    <a:moveTo>
                      <a:pt x="41" y="210"/>
                    </a:moveTo>
                    <a:cubicBezTo>
                      <a:pt x="39" y="217"/>
                      <a:pt x="38" y="226"/>
                      <a:pt x="37" y="233"/>
                    </a:cubicBezTo>
                    <a:cubicBezTo>
                      <a:pt x="37" y="247"/>
                      <a:pt x="46" y="252"/>
                      <a:pt x="55" y="252"/>
                    </a:cubicBezTo>
                    <a:cubicBezTo>
                      <a:pt x="66" y="252"/>
                      <a:pt x="76" y="245"/>
                      <a:pt x="78" y="240"/>
                    </a:cubicBezTo>
                    <a:cubicBezTo>
                      <a:pt x="80" y="236"/>
                      <a:pt x="85" y="217"/>
                      <a:pt x="87" y="206"/>
                    </a:cubicBezTo>
                    <a:cubicBezTo>
                      <a:pt x="92" y="194"/>
                      <a:pt x="96" y="169"/>
                      <a:pt x="101" y="153"/>
                    </a:cubicBezTo>
                    <a:cubicBezTo>
                      <a:pt x="103" y="142"/>
                      <a:pt x="108" y="130"/>
                      <a:pt x="110" y="117"/>
                    </a:cubicBezTo>
                    <a:cubicBezTo>
                      <a:pt x="117" y="94"/>
                      <a:pt x="117" y="89"/>
                      <a:pt x="133" y="66"/>
                    </a:cubicBezTo>
                    <a:cubicBezTo>
                      <a:pt x="149" y="44"/>
                      <a:pt x="176" y="14"/>
                      <a:pt x="218" y="14"/>
                    </a:cubicBezTo>
                    <a:cubicBezTo>
                      <a:pt x="250" y="14"/>
                      <a:pt x="252" y="44"/>
                      <a:pt x="252" y="55"/>
                    </a:cubicBezTo>
                    <a:cubicBezTo>
                      <a:pt x="252" y="87"/>
                      <a:pt x="227" y="151"/>
                      <a:pt x="218" y="174"/>
                    </a:cubicBezTo>
                    <a:cubicBezTo>
                      <a:pt x="211" y="190"/>
                      <a:pt x="208" y="194"/>
                      <a:pt x="208" y="204"/>
                    </a:cubicBezTo>
                    <a:cubicBezTo>
                      <a:pt x="208" y="233"/>
                      <a:pt x="234" y="252"/>
                      <a:pt x="263" y="252"/>
                    </a:cubicBezTo>
                    <a:cubicBezTo>
                      <a:pt x="318" y="252"/>
                      <a:pt x="344" y="174"/>
                      <a:pt x="344" y="167"/>
                    </a:cubicBezTo>
                    <a:cubicBezTo>
                      <a:pt x="344" y="158"/>
                      <a:pt x="337" y="158"/>
                      <a:pt x="334" y="158"/>
                    </a:cubicBezTo>
                    <a:cubicBezTo>
                      <a:pt x="328" y="158"/>
                      <a:pt x="328" y="162"/>
                      <a:pt x="325" y="169"/>
                    </a:cubicBezTo>
                    <a:cubicBezTo>
                      <a:pt x="312" y="213"/>
                      <a:pt x="286" y="236"/>
                      <a:pt x="266" y="236"/>
                    </a:cubicBezTo>
                    <a:cubicBezTo>
                      <a:pt x="252" y="236"/>
                      <a:pt x="250" y="229"/>
                      <a:pt x="250" y="217"/>
                    </a:cubicBezTo>
                    <a:cubicBezTo>
                      <a:pt x="250" y="204"/>
                      <a:pt x="254" y="197"/>
                      <a:pt x="263" y="172"/>
                    </a:cubicBezTo>
                    <a:cubicBezTo>
                      <a:pt x="270" y="153"/>
                      <a:pt x="293" y="94"/>
                      <a:pt x="293" y="62"/>
                    </a:cubicBezTo>
                    <a:cubicBezTo>
                      <a:pt x="293" y="9"/>
                      <a:pt x="250" y="0"/>
                      <a:pt x="220" y="0"/>
                    </a:cubicBezTo>
                    <a:cubicBezTo>
                      <a:pt x="174" y="0"/>
                      <a:pt x="142" y="28"/>
                      <a:pt x="126" y="50"/>
                    </a:cubicBezTo>
                    <a:cubicBezTo>
                      <a:pt x="121" y="12"/>
                      <a:pt x="87" y="0"/>
                      <a:pt x="64" y="0"/>
                    </a:cubicBezTo>
                    <a:cubicBezTo>
                      <a:pt x="41" y="0"/>
                      <a:pt x="27" y="16"/>
                      <a:pt x="21" y="30"/>
                    </a:cubicBezTo>
                    <a:cubicBezTo>
                      <a:pt x="7" y="50"/>
                      <a:pt x="0" y="82"/>
                      <a:pt x="0" y="85"/>
                    </a:cubicBezTo>
                    <a:cubicBezTo>
                      <a:pt x="0" y="92"/>
                      <a:pt x="7" y="92"/>
                      <a:pt x="9" y="92"/>
                    </a:cubicBezTo>
                    <a:cubicBezTo>
                      <a:pt x="18" y="92"/>
                      <a:pt x="18" y="92"/>
                      <a:pt x="23" y="76"/>
                    </a:cubicBezTo>
                    <a:cubicBezTo>
                      <a:pt x="30" y="41"/>
                      <a:pt x="41" y="14"/>
                      <a:pt x="64" y="14"/>
                    </a:cubicBezTo>
                    <a:cubicBezTo>
                      <a:pt x="78" y="14"/>
                      <a:pt x="82" y="28"/>
                      <a:pt x="82" y="41"/>
                    </a:cubicBezTo>
                    <a:cubicBezTo>
                      <a:pt x="82" y="53"/>
                      <a:pt x="77" y="74"/>
                      <a:pt x="73" y="89"/>
                    </a:cubicBezTo>
                    <a:cubicBezTo>
                      <a:pt x="70" y="104"/>
                      <a:pt x="64" y="126"/>
                      <a:pt x="60" y="140"/>
                    </a:cubicBezTo>
                    <a:cubicBezTo>
                      <a:pt x="53" y="163"/>
                      <a:pt x="47" y="187"/>
                      <a:pt x="41" y="21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62" name="CustomShape 122"/>
              <p:cNvSpPr/>
              <p:nvPr/>
            </p:nvSpPr>
            <p:spPr>
              <a:xfrm>
                <a:off x="10437120" y="4838760"/>
                <a:ext cx="10440" cy="287640"/>
              </a:xfrm>
              <a:custGeom>
                <a:avLst/>
                <a:gdLst/>
                <a:ahLst/>
                <a:rect l="l" t="t" r="r" b="b"/>
                <a:pathLst>
                  <a:path w="33" h="803">
                    <a:moveTo>
                      <a:pt x="32" y="30"/>
                    </a:moveTo>
                    <a:cubicBezTo>
                      <a:pt x="32" y="16"/>
                      <a:pt x="32" y="0"/>
                      <a:pt x="16" y="0"/>
                    </a:cubicBezTo>
                    <a:cubicBezTo>
                      <a:pt x="0" y="0"/>
                      <a:pt x="0" y="16"/>
                      <a:pt x="0" y="30"/>
                    </a:cubicBezTo>
                    <a:cubicBezTo>
                      <a:pt x="0" y="277"/>
                      <a:pt x="0" y="525"/>
                      <a:pt x="0" y="772"/>
                    </a:cubicBezTo>
                    <a:cubicBezTo>
                      <a:pt x="0" y="786"/>
                      <a:pt x="0" y="802"/>
                      <a:pt x="16" y="802"/>
                    </a:cubicBezTo>
                    <a:cubicBezTo>
                      <a:pt x="32" y="802"/>
                      <a:pt x="32" y="786"/>
                      <a:pt x="32" y="772"/>
                    </a:cubicBezTo>
                    <a:cubicBezTo>
                      <a:pt x="32" y="525"/>
                      <a:pt x="32" y="277"/>
                      <a:pt x="32" y="3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63" name="CustomShape 123"/>
              <p:cNvSpPr/>
              <p:nvPr/>
            </p:nvSpPr>
            <p:spPr>
              <a:xfrm>
                <a:off x="10575720" y="4927680"/>
                <a:ext cx="161280" cy="129600"/>
              </a:xfrm>
              <a:custGeom>
                <a:avLst/>
                <a:gdLst/>
                <a:ahLst/>
                <a:rect l="l" t="t" r="r" b="b"/>
                <a:pathLst>
                  <a:path w="452" h="364">
                    <a:moveTo>
                      <a:pt x="350" y="164"/>
                    </a:moveTo>
                    <a:cubicBezTo>
                      <a:pt x="350" y="39"/>
                      <a:pt x="277" y="0"/>
                      <a:pt x="217" y="0"/>
                    </a:cubicBezTo>
                    <a:cubicBezTo>
                      <a:pt x="105" y="0"/>
                      <a:pt x="0" y="114"/>
                      <a:pt x="0" y="228"/>
                    </a:cubicBezTo>
                    <a:cubicBezTo>
                      <a:pt x="0" y="301"/>
                      <a:pt x="48" y="363"/>
                      <a:pt x="130" y="363"/>
                    </a:cubicBezTo>
                    <a:cubicBezTo>
                      <a:pt x="181" y="363"/>
                      <a:pt x="238" y="345"/>
                      <a:pt x="300" y="297"/>
                    </a:cubicBezTo>
                    <a:cubicBezTo>
                      <a:pt x="311" y="338"/>
                      <a:pt x="336" y="363"/>
                      <a:pt x="373" y="363"/>
                    </a:cubicBezTo>
                    <a:cubicBezTo>
                      <a:pt x="417" y="363"/>
                      <a:pt x="442" y="320"/>
                      <a:pt x="442" y="306"/>
                    </a:cubicBezTo>
                    <a:cubicBezTo>
                      <a:pt x="442" y="301"/>
                      <a:pt x="435" y="299"/>
                      <a:pt x="430" y="299"/>
                    </a:cubicBezTo>
                    <a:cubicBezTo>
                      <a:pt x="426" y="299"/>
                      <a:pt x="423" y="301"/>
                      <a:pt x="421" y="306"/>
                    </a:cubicBezTo>
                    <a:cubicBezTo>
                      <a:pt x="405" y="345"/>
                      <a:pt x="378" y="345"/>
                      <a:pt x="375" y="345"/>
                    </a:cubicBezTo>
                    <a:cubicBezTo>
                      <a:pt x="350" y="345"/>
                      <a:pt x="350" y="283"/>
                      <a:pt x="350" y="265"/>
                    </a:cubicBezTo>
                    <a:cubicBezTo>
                      <a:pt x="350" y="246"/>
                      <a:pt x="350" y="244"/>
                      <a:pt x="359" y="235"/>
                    </a:cubicBezTo>
                    <a:cubicBezTo>
                      <a:pt x="435" y="141"/>
                      <a:pt x="420" y="110"/>
                      <a:pt x="451" y="48"/>
                    </a:cubicBezTo>
                    <a:cubicBezTo>
                      <a:pt x="451" y="45"/>
                      <a:pt x="451" y="39"/>
                      <a:pt x="442" y="39"/>
                    </a:cubicBezTo>
                    <a:cubicBezTo>
                      <a:pt x="433" y="39"/>
                      <a:pt x="433" y="41"/>
                      <a:pt x="430" y="57"/>
                    </a:cubicBezTo>
                    <a:cubicBezTo>
                      <a:pt x="414" y="107"/>
                      <a:pt x="389" y="167"/>
                      <a:pt x="350" y="215"/>
                    </a:cubicBezTo>
                    <a:cubicBezTo>
                      <a:pt x="350" y="198"/>
                      <a:pt x="350" y="181"/>
                      <a:pt x="350" y="164"/>
                    </a:cubicBezTo>
                    <a:moveTo>
                      <a:pt x="297" y="274"/>
                    </a:moveTo>
                    <a:cubicBezTo>
                      <a:pt x="226" y="336"/>
                      <a:pt x="165" y="345"/>
                      <a:pt x="133" y="345"/>
                    </a:cubicBezTo>
                    <a:cubicBezTo>
                      <a:pt x="84" y="345"/>
                      <a:pt x="59" y="310"/>
                      <a:pt x="59" y="258"/>
                    </a:cubicBezTo>
                    <a:cubicBezTo>
                      <a:pt x="59" y="219"/>
                      <a:pt x="80" y="132"/>
                      <a:pt x="105" y="91"/>
                    </a:cubicBezTo>
                    <a:cubicBezTo>
                      <a:pt x="144" y="34"/>
                      <a:pt x="188" y="18"/>
                      <a:pt x="215" y="18"/>
                    </a:cubicBezTo>
                    <a:cubicBezTo>
                      <a:pt x="295" y="18"/>
                      <a:pt x="295" y="123"/>
                      <a:pt x="295" y="185"/>
                    </a:cubicBezTo>
                    <a:cubicBezTo>
                      <a:pt x="295" y="215"/>
                      <a:pt x="295" y="260"/>
                      <a:pt x="297" y="274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64" name="CustomShape 124"/>
              <p:cNvSpPr/>
              <p:nvPr/>
            </p:nvSpPr>
            <p:spPr>
              <a:xfrm>
                <a:off x="10775160" y="5024520"/>
                <a:ext cx="32760" cy="85320"/>
              </a:xfrm>
              <a:custGeom>
                <a:avLst/>
                <a:gdLst/>
                <a:ahLst/>
                <a:rect l="l" t="t" r="r" b="b"/>
                <a:pathLst>
                  <a:path w="95" h="241">
                    <a:moveTo>
                      <a:pt x="94" y="85"/>
                    </a:moveTo>
                    <a:cubicBezTo>
                      <a:pt x="94" y="32"/>
                      <a:pt x="73" y="0"/>
                      <a:pt x="44" y="0"/>
                    </a:cubicBezTo>
                    <a:cubicBezTo>
                      <a:pt x="16" y="0"/>
                      <a:pt x="0" y="21"/>
                      <a:pt x="0" y="44"/>
                    </a:cubicBezTo>
                    <a:cubicBezTo>
                      <a:pt x="0" y="64"/>
                      <a:pt x="16" y="85"/>
                      <a:pt x="44" y="85"/>
                    </a:cubicBezTo>
                    <a:cubicBezTo>
                      <a:pt x="53" y="85"/>
                      <a:pt x="62" y="83"/>
                      <a:pt x="71" y="76"/>
                    </a:cubicBezTo>
                    <a:cubicBezTo>
                      <a:pt x="73" y="73"/>
                      <a:pt x="73" y="73"/>
                      <a:pt x="76" y="73"/>
                    </a:cubicBezTo>
                    <a:cubicBezTo>
                      <a:pt x="76" y="77"/>
                      <a:pt x="76" y="73"/>
                      <a:pt x="76" y="85"/>
                    </a:cubicBezTo>
                    <a:cubicBezTo>
                      <a:pt x="76" y="144"/>
                      <a:pt x="48" y="192"/>
                      <a:pt x="21" y="217"/>
                    </a:cubicBezTo>
                    <a:cubicBezTo>
                      <a:pt x="14" y="227"/>
                      <a:pt x="14" y="229"/>
                      <a:pt x="14" y="231"/>
                    </a:cubicBezTo>
                    <a:cubicBezTo>
                      <a:pt x="14" y="236"/>
                      <a:pt x="16" y="240"/>
                      <a:pt x="21" y="240"/>
                    </a:cubicBezTo>
                    <a:cubicBezTo>
                      <a:pt x="30" y="240"/>
                      <a:pt x="94" y="179"/>
                      <a:pt x="94" y="85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65" name="CustomShape 125"/>
              <p:cNvSpPr/>
              <p:nvPr/>
            </p:nvSpPr>
            <p:spPr>
              <a:xfrm>
                <a:off x="10887480" y="4851720"/>
                <a:ext cx="156960" cy="258120"/>
              </a:xfrm>
              <a:custGeom>
                <a:avLst/>
                <a:gdLst/>
                <a:ahLst/>
                <a:rect l="l" t="t" r="r" b="b"/>
                <a:pathLst>
                  <a:path w="440" h="721">
                    <a:moveTo>
                      <a:pt x="439" y="110"/>
                    </a:moveTo>
                    <a:cubicBezTo>
                      <a:pt x="439" y="48"/>
                      <a:pt x="396" y="0"/>
                      <a:pt x="330" y="0"/>
                    </a:cubicBezTo>
                    <a:cubicBezTo>
                      <a:pt x="284" y="0"/>
                      <a:pt x="261" y="12"/>
                      <a:pt x="233" y="32"/>
                    </a:cubicBezTo>
                    <a:cubicBezTo>
                      <a:pt x="187" y="64"/>
                      <a:pt x="144" y="142"/>
                      <a:pt x="128" y="204"/>
                    </a:cubicBezTo>
                    <a:cubicBezTo>
                      <a:pt x="85" y="374"/>
                      <a:pt x="42" y="544"/>
                      <a:pt x="0" y="713"/>
                    </a:cubicBezTo>
                    <a:cubicBezTo>
                      <a:pt x="0" y="716"/>
                      <a:pt x="5" y="720"/>
                      <a:pt x="11" y="720"/>
                    </a:cubicBezTo>
                    <a:cubicBezTo>
                      <a:pt x="17" y="720"/>
                      <a:pt x="20" y="718"/>
                      <a:pt x="20" y="716"/>
                    </a:cubicBezTo>
                    <a:cubicBezTo>
                      <a:pt x="39" y="643"/>
                      <a:pt x="57" y="569"/>
                      <a:pt x="75" y="496"/>
                    </a:cubicBezTo>
                    <a:cubicBezTo>
                      <a:pt x="91" y="544"/>
                      <a:pt x="127" y="574"/>
                      <a:pt x="185" y="574"/>
                    </a:cubicBezTo>
                    <a:cubicBezTo>
                      <a:pt x="244" y="574"/>
                      <a:pt x="304" y="544"/>
                      <a:pt x="341" y="510"/>
                    </a:cubicBezTo>
                    <a:cubicBezTo>
                      <a:pt x="380" y="473"/>
                      <a:pt x="405" y="421"/>
                      <a:pt x="405" y="362"/>
                    </a:cubicBezTo>
                    <a:cubicBezTo>
                      <a:pt x="405" y="304"/>
                      <a:pt x="375" y="263"/>
                      <a:pt x="348" y="243"/>
                    </a:cubicBezTo>
                    <a:cubicBezTo>
                      <a:pt x="394" y="218"/>
                      <a:pt x="439" y="167"/>
                      <a:pt x="439" y="110"/>
                    </a:cubicBezTo>
                    <a:moveTo>
                      <a:pt x="295" y="243"/>
                    </a:moveTo>
                    <a:cubicBezTo>
                      <a:pt x="284" y="247"/>
                      <a:pt x="275" y="247"/>
                      <a:pt x="256" y="247"/>
                    </a:cubicBezTo>
                    <a:cubicBezTo>
                      <a:pt x="245" y="247"/>
                      <a:pt x="229" y="250"/>
                      <a:pt x="220" y="245"/>
                    </a:cubicBezTo>
                    <a:cubicBezTo>
                      <a:pt x="222" y="236"/>
                      <a:pt x="252" y="238"/>
                      <a:pt x="261" y="238"/>
                    </a:cubicBezTo>
                    <a:cubicBezTo>
                      <a:pt x="277" y="238"/>
                      <a:pt x="284" y="238"/>
                      <a:pt x="295" y="243"/>
                    </a:cubicBezTo>
                    <a:moveTo>
                      <a:pt x="394" y="92"/>
                    </a:moveTo>
                    <a:cubicBezTo>
                      <a:pt x="394" y="147"/>
                      <a:pt x="364" y="204"/>
                      <a:pt x="323" y="229"/>
                    </a:cubicBezTo>
                    <a:cubicBezTo>
                      <a:pt x="300" y="222"/>
                      <a:pt x="284" y="220"/>
                      <a:pt x="261" y="220"/>
                    </a:cubicBezTo>
                    <a:cubicBezTo>
                      <a:pt x="242" y="220"/>
                      <a:pt x="199" y="220"/>
                      <a:pt x="199" y="245"/>
                    </a:cubicBezTo>
                    <a:cubicBezTo>
                      <a:pt x="197" y="268"/>
                      <a:pt x="238" y="266"/>
                      <a:pt x="254" y="266"/>
                    </a:cubicBezTo>
                    <a:cubicBezTo>
                      <a:pt x="284" y="266"/>
                      <a:pt x="295" y="266"/>
                      <a:pt x="320" y="254"/>
                    </a:cubicBezTo>
                    <a:cubicBezTo>
                      <a:pt x="350" y="284"/>
                      <a:pt x="355" y="309"/>
                      <a:pt x="355" y="346"/>
                    </a:cubicBezTo>
                    <a:cubicBezTo>
                      <a:pt x="357" y="391"/>
                      <a:pt x="336" y="453"/>
                      <a:pt x="313" y="483"/>
                    </a:cubicBezTo>
                    <a:cubicBezTo>
                      <a:pt x="284" y="526"/>
                      <a:pt x="229" y="556"/>
                      <a:pt x="183" y="556"/>
                    </a:cubicBezTo>
                    <a:cubicBezTo>
                      <a:pt x="121" y="556"/>
                      <a:pt x="91" y="510"/>
                      <a:pt x="91" y="453"/>
                    </a:cubicBezTo>
                    <a:cubicBezTo>
                      <a:pt x="91" y="444"/>
                      <a:pt x="91" y="432"/>
                      <a:pt x="96" y="416"/>
                    </a:cubicBezTo>
                    <a:cubicBezTo>
                      <a:pt x="113" y="349"/>
                      <a:pt x="129" y="282"/>
                      <a:pt x="146" y="215"/>
                    </a:cubicBezTo>
                    <a:cubicBezTo>
                      <a:pt x="165" y="144"/>
                      <a:pt x="222" y="19"/>
                      <a:pt x="320" y="19"/>
                    </a:cubicBezTo>
                    <a:cubicBezTo>
                      <a:pt x="366" y="19"/>
                      <a:pt x="394" y="44"/>
                      <a:pt x="394" y="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66" name="CustomShape 126"/>
              <p:cNvSpPr/>
              <p:nvPr/>
            </p:nvSpPr>
            <p:spPr>
              <a:xfrm>
                <a:off x="11074680" y="4838760"/>
                <a:ext cx="66600" cy="287640"/>
              </a:xfrm>
              <a:custGeom>
                <a:avLst/>
                <a:gdLst/>
                <a:ahLst/>
                <a:rect l="l" t="t" r="r" b="b"/>
                <a:pathLst>
                  <a:path w="189" h="803">
                    <a:moveTo>
                      <a:pt x="188" y="400"/>
                    </a:moveTo>
                    <a:cubicBezTo>
                      <a:pt x="188" y="338"/>
                      <a:pt x="178" y="242"/>
                      <a:pt x="135" y="151"/>
                    </a:cubicBezTo>
                    <a:cubicBezTo>
                      <a:pt x="87" y="52"/>
                      <a:pt x="16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11"/>
                      <a:pt x="0" y="11"/>
                      <a:pt x="16" y="27"/>
                    </a:cubicBezTo>
                    <a:cubicBezTo>
                      <a:pt x="94" y="105"/>
                      <a:pt x="139" y="233"/>
                      <a:pt x="139" y="400"/>
                    </a:cubicBezTo>
                    <a:cubicBezTo>
                      <a:pt x="139" y="537"/>
                      <a:pt x="110" y="679"/>
                      <a:pt x="11" y="779"/>
                    </a:cubicBezTo>
                    <a:cubicBezTo>
                      <a:pt x="0" y="791"/>
                      <a:pt x="0" y="791"/>
                      <a:pt x="0" y="793"/>
                    </a:cubicBezTo>
                    <a:cubicBezTo>
                      <a:pt x="0" y="797"/>
                      <a:pt x="4" y="802"/>
                      <a:pt x="9" y="802"/>
                    </a:cubicBezTo>
                    <a:cubicBezTo>
                      <a:pt x="16" y="802"/>
                      <a:pt x="89" y="747"/>
                      <a:pt x="137" y="644"/>
                    </a:cubicBezTo>
                    <a:cubicBezTo>
                      <a:pt x="178" y="557"/>
                      <a:pt x="188" y="468"/>
                      <a:pt x="188" y="4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67" name="CustomShape 127"/>
              <p:cNvSpPr/>
              <p:nvPr/>
            </p:nvSpPr>
            <p:spPr>
              <a:xfrm>
                <a:off x="11177640" y="4838760"/>
                <a:ext cx="38520" cy="287640"/>
              </a:xfrm>
              <a:custGeom>
                <a:avLst/>
                <a:gdLst/>
                <a:ahLst/>
                <a:rect l="l" t="t" r="r" b="b"/>
                <a:pathLst>
                  <a:path w="111" h="803">
                    <a:moveTo>
                      <a:pt x="110" y="0"/>
                    </a:moveTo>
                    <a:cubicBezTo>
                      <a:pt x="73" y="0"/>
                      <a:pt x="37" y="0"/>
                      <a:pt x="0" y="0"/>
                    </a:cubicBezTo>
                    <a:cubicBezTo>
                      <a:pt x="0" y="11"/>
                      <a:pt x="0" y="21"/>
                      <a:pt x="0" y="32"/>
                    </a:cubicBezTo>
                    <a:cubicBezTo>
                      <a:pt x="26" y="32"/>
                      <a:pt x="52" y="32"/>
                      <a:pt x="78" y="32"/>
                    </a:cubicBezTo>
                    <a:cubicBezTo>
                      <a:pt x="78" y="278"/>
                      <a:pt x="78" y="524"/>
                      <a:pt x="78" y="770"/>
                    </a:cubicBezTo>
                    <a:cubicBezTo>
                      <a:pt x="52" y="770"/>
                      <a:pt x="26" y="770"/>
                      <a:pt x="0" y="770"/>
                    </a:cubicBezTo>
                    <a:cubicBezTo>
                      <a:pt x="0" y="781"/>
                      <a:pt x="0" y="791"/>
                      <a:pt x="0" y="802"/>
                    </a:cubicBezTo>
                    <a:cubicBezTo>
                      <a:pt x="37" y="802"/>
                      <a:pt x="73" y="802"/>
                      <a:pt x="110" y="802"/>
                    </a:cubicBezTo>
                    <a:cubicBezTo>
                      <a:pt x="110" y="535"/>
                      <a:pt x="110" y="267"/>
                      <a:pt x="11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" dur="indefinite" restart="never" nodeType="tmRoot">
          <p:childTnLst>
            <p:seq>
              <p:cTn id="30" dur="indefinite" nodeType="mainSeq">
                <p:childTnLst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CustomShape 1"/>
          <p:cNvSpPr/>
          <p:nvPr/>
        </p:nvSpPr>
        <p:spPr>
          <a:xfrm>
            <a:off x="838080" y="504000"/>
            <a:ext cx="10512000" cy="7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333333"/>
                </a:solidFill>
                <a:latin typeface="Calibri"/>
                <a:ea typeface="DejaVu Sans"/>
              </a:rPr>
              <a:t>Maximum likelihood estimation (MLE)</a:t>
            </a:r>
            <a:endParaRPr b="0" lang="en-GB" sz="3600" spc="-1" strike="noStrike">
              <a:latin typeface="Arial"/>
            </a:endParaRPr>
          </a:p>
        </p:txBody>
      </p:sp>
      <p:sp>
        <p:nvSpPr>
          <p:cNvPr id="369" name="CustomShape 2"/>
          <p:cNvSpPr/>
          <p:nvPr/>
        </p:nvSpPr>
        <p:spPr>
          <a:xfrm>
            <a:off x="838080" y="1584000"/>
            <a:ext cx="10512000" cy="363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In words: 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we find the values of the parameters maximize the log-likelihood function, which is the sum of the log-probabilities of individual trials/responses/datapoints.</a:t>
            </a:r>
            <a:endParaRPr b="0" lang="en-GB" sz="2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For simple models, there may be formulas that give us the exact values that maximize the likelihood.</a:t>
            </a:r>
            <a:endParaRPr b="0" lang="en-GB" sz="2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In general, we often use 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numerical optimization algorithms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that iteratively test different values of the parameters and find the maximum using a trial-and -error procedure (sort of); for example see function </a:t>
            </a:r>
            <a:r>
              <a:rPr b="0" lang="en-US" sz="2200" spc="-1" strike="noStrike">
                <a:solidFill>
                  <a:srgbClr val="000000"/>
                </a:solidFill>
                <a:latin typeface="CMU Typewriter Text Variable Width"/>
                <a:ea typeface="DejaVu Sans"/>
              </a:rPr>
              <a:t>fminsearch()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in Matlab, or function </a:t>
            </a:r>
            <a:r>
              <a:rPr b="0" lang="en-US" sz="2200" spc="-1" strike="noStrike">
                <a:solidFill>
                  <a:srgbClr val="000000"/>
                </a:solidFill>
                <a:latin typeface="CMU Typewriter Text Variable Width"/>
                <a:ea typeface="DejaVu Sans"/>
              </a:rPr>
              <a:t>optim()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in R</a:t>
            </a:r>
            <a:endParaRPr b="0" lang="en-GB" sz="2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The approach is general and can be used to fit *any* model </a:t>
            </a:r>
            <a:br>
              <a:rPr sz="1800"/>
            </a:b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(as long as you can write and compute the likelihood function)</a:t>
            </a:r>
            <a:endParaRPr b="0" lang="en-GB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" dur="indefinite" restart="never" nodeType="tmRoot">
          <p:childTnLst>
            <p:seq>
              <p:cTn id="40" dur="indefinite" nodeType="mainSeq">
                <p:childTnLst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CustomShape 1"/>
          <p:cNvSpPr/>
          <p:nvPr/>
        </p:nvSpPr>
        <p:spPr>
          <a:xfrm>
            <a:off x="838080" y="504000"/>
            <a:ext cx="10512000" cy="7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333333"/>
                </a:solidFill>
                <a:latin typeface="Calibri"/>
                <a:ea typeface="DejaVu Sans"/>
              </a:rPr>
              <a:t>Maximum likelihood estimation (MLE)</a:t>
            </a:r>
            <a:endParaRPr b="0" lang="en-GB" sz="3600" spc="-1" strike="noStrike">
              <a:latin typeface="Arial"/>
            </a:endParaRPr>
          </a:p>
        </p:txBody>
      </p:sp>
      <p:sp>
        <p:nvSpPr>
          <p:cNvPr id="371" name="CustomShape 2"/>
          <p:cNvSpPr/>
          <p:nvPr/>
        </p:nvSpPr>
        <p:spPr>
          <a:xfrm>
            <a:off x="838080" y="1584000"/>
            <a:ext cx="10512000" cy="165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Least square estimation, used in linear regression, is a special case of MLE in which the probability of the data is given by a Gaussian distribution</a:t>
            </a:r>
            <a:endParaRPr b="0" lang="en-GB" sz="2200" spc="-1" strike="noStrike">
              <a:latin typeface="Arial"/>
            </a:endParaRPr>
          </a:p>
        </p:txBody>
      </p:sp>
      <p:grpSp>
        <p:nvGrpSpPr>
          <p:cNvPr id="372" name="Group 3"/>
          <p:cNvGrpSpPr/>
          <p:nvPr/>
        </p:nvGrpSpPr>
        <p:grpSpPr>
          <a:xfrm>
            <a:off x="2160000" y="2340000"/>
            <a:ext cx="8096760" cy="4388040"/>
            <a:chOff x="2160000" y="2340000"/>
            <a:chExt cx="8096760" cy="4388040"/>
          </a:xfrm>
        </p:grpSpPr>
        <p:pic>
          <p:nvPicPr>
            <p:cNvPr id="373" name="" descr=""/>
            <p:cNvPicPr/>
            <p:nvPr/>
          </p:nvPicPr>
          <p:blipFill>
            <a:blip r:embed="rId1"/>
            <a:stretch/>
          </p:blipFill>
          <p:spPr>
            <a:xfrm>
              <a:off x="2160000" y="2340000"/>
              <a:ext cx="3987000" cy="43880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74" name="" descr=""/>
            <p:cNvPicPr/>
            <p:nvPr/>
          </p:nvPicPr>
          <p:blipFill>
            <a:blip r:embed="rId2"/>
            <a:stretch/>
          </p:blipFill>
          <p:spPr>
            <a:xfrm>
              <a:off x="6269760" y="2340000"/>
              <a:ext cx="3987000" cy="438804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CustomShape 128"/>
          <p:cNvSpPr/>
          <p:nvPr/>
        </p:nvSpPr>
        <p:spPr>
          <a:xfrm>
            <a:off x="838080" y="504000"/>
            <a:ext cx="10512000" cy="7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333333"/>
                </a:solidFill>
                <a:latin typeface="Calibri"/>
                <a:ea typeface="DejaVu Sans"/>
              </a:rPr>
              <a:t>Benefits of MLE estimation</a:t>
            </a:r>
            <a:endParaRPr b="0" lang="en-GB" sz="3600" spc="-1" strike="noStrike">
              <a:latin typeface="Arial"/>
            </a:endParaRPr>
          </a:p>
        </p:txBody>
      </p:sp>
      <p:sp>
        <p:nvSpPr>
          <p:cNvPr id="376" name="CustomShape 129"/>
          <p:cNvSpPr/>
          <p:nvPr/>
        </p:nvSpPr>
        <p:spPr>
          <a:xfrm>
            <a:off x="838080" y="1584000"/>
            <a:ext cx="10512000" cy="363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Bef>
                <a:spcPts val="1108"/>
              </a:spcBef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MLE is popular because is a principled method to estimate parameters with some useful theoretical properties:</a:t>
            </a:r>
            <a:endParaRPr b="0" lang="en-GB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08"/>
              </a:spcBef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Consistency: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as amount of data increases, MLE estimates become increasingly accurate, eventually converging to the true value.</a:t>
            </a:r>
            <a:endParaRPr b="0" lang="en-GB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08"/>
              </a:spcBef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Efficiency: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MLE often makes the best use of available data, producing estimates with the lowest possible uncertainty.</a:t>
            </a:r>
            <a:endParaRPr b="0" lang="en-GB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08"/>
              </a:spcBef>
              <a:buNone/>
            </a:pPr>
            <a:endParaRPr b="0" lang="en-GB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08"/>
              </a:spcBef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Provides a natural way to compare models using tools like 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likelihood ratio tests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or 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AIC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.tes</a:t>
            </a:r>
            <a:endParaRPr b="0" lang="en-GB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CustomShape 130"/>
          <p:cNvSpPr/>
          <p:nvPr/>
        </p:nvSpPr>
        <p:spPr>
          <a:xfrm>
            <a:off x="838080" y="504000"/>
            <a:ext cx="10512000" cy="7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333333"/>
                </a:solidFill>
                <a:latin typeface="Calibri"/>
                <a:ea typeface="DejaVu Sans"/>
              </a:rPr>
              <a:t>MLE summary</a:t>
            </a:r>
            <a:endParaRPr b="0" lang="en-GB" sz="3600" spc="-1" strike="noStrike">
              <a:latin typeface="Arial"/>
            </a:endParaRPr>
          </a:p>
        </p:txBody>
      </p:sp>
      <p:sp>
        <p:nvSpPr>
          <p:cNvPr id="378" name="CustomShape 131"/>
          <p:cNvSpPr/>
          <p:nvPr/>
        </p:nvSpPr>
        <p:spPr>
          <a:xfrm>
            <a:off x="838080" y="1584000"/>
            <a:ext cx="10512000" cy="363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To fit *any* model on data:</a:t>
            </a:r>
            <a:endParaRPr b="0" lang="en-GB" sz="2200" spc="-1" strike="noStrike">
              <a:latin typeface="Arial"/>
            </a:endParaRPr>
          </a:p>
          <a:p>
            <a:pPr lvl="1" marL="468000" indent="-21600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85000"/>
              <a:buFont typeface="StarSymbol"/>
              <a:buAutoNum type="arabicPlain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Write a function that computes the probability of the data, given some values of the model parameters.</a:t>
            </a:r>
            <a:endParaRPr b="0" lang="en-GB" sz="2200" spc="-1" strike="noStrike">
              <a:latin typeface="Arial"/>
            </a:endParaRPr>
          </a:p>
          <a:p>
            <a:pPr lvl="1" marL="468000" indent="-21600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85000"/>
              <a:buFont typeface="StarSymbol"/>
              <a:buAutoNum type="arabicPlain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The parameters values that maximize such probability are the 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maximum likelihood estimates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of the parameter.</a:t>
            </a:r>
            <a:endParaRPr b="0" lang="en-GB" sz="2200" spc="-1" strike="noStrike">
              <a:latin typeface="Arial"/>
            </a:endParaRPr>
          </a:p>
          <a:p>
            <a:pPr lvl="1" marL="468000" indent="-21600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85000"/>
              <a:buFont typeface="StarSymbol"/>
              <a:buAutoNum type="arabicPlain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Assess the uncertainty around such values (multiple ways of doing this – today we will use an approach known as 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parametric bootstrapping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).</a:t>
            </a:r>
            <a:endParaRPr b="0" lang="en-GB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CustomShape 1"/>
          <p:cNvSpPr/>
          <p:nvPr/>
        </p:nvSpPr>
        <p:spPr>
          <a:xfrm>
            <a:off x="838080" y="504000"/>
            <a:ext cx="10512000" cy="7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333333"/>
                </a:solidFill>
                <a:latin typeface="Calibri"/>
                <a:ea typeface="DejaVu Sans"/>
              </a:rPr>
              <a:t>Possible data analysis report for portfolio</a:t>
            </a:r>
            <a:endParaRPr b="0" lang="en-GB" sz="3600" spc="-1" strike="noStrike">
              <a:latin typeface="Arial"/>
            </a:endParaRPr>
          </a:p>
        </p:txBody>
      </p:sp>
      <p:sp>
        <p:nvSpPr>
          <p:cNvPr id="380" name="CustomShape 2"/>
          <p:cNvSpPr/>
          <p:nvPr/>
        </p:nvSpPr>
        <p:spPr>
          <a:xfrm>
            <a:off x="838080" y="1584000"/>
            <a:ext cx="10512000" cy="363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Bef>
                <a:spcPts val="1108"/>
              </a:spcBef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The dataset discounting_all.csv contains the data of 20 participants who completed this task:</a:t>
            </a:r>
            <a:endParaRPr b="0" lang="en-GB" sz="2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10 healthy controls</a:t>
            </a:r>
            <a:endParaRPr b="0" lang="en-GB" sz="2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10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10 Parkinson patients on dopaminergic medication (which is known to affect reward processing)</a:t>
            </a:r>
            <a:endParaRPr b="0" lang="en-GB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08"/>
              </a:spcBef>
              <a:buNone/>
            </a:pPr>
            <a:endParaRPr b="0" lang="en-GB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08"/>
              </a:spcBef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Research question to address:</a:t>
            </a:r>
            <a:br>
              <a:rPr sz="1800"/>
            </a:br>
            <a:r>
              <a:rPr b="0" i="1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Do medicated Parkinson patients differs from controls in their temporal discounting of economic value?</a:t>
            </a:r>
            <a:br>
              <a:rPr sz="2200"/>
            </a:br>
            <a:endParaRPr b="0" lang="en-GB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08"/>
              </a:spcBef>
              <a:buNone/>
            </a:pPr>
            <a:endParaRPr b="0" lang="en-GB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7" dur="indefinite" restart="never" nodeType="tmRoot">
          <p:childTnLst>
            <p:seq>
              <p:cTn id="58" dur="indefinite" nodeType="mainSeq">
                <p:childTnLst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2022-10-05T10:41:20Z</dcterms:created>
  <dc:creator/>
  <dc:description/>
  <dc:language>en-GB</dc:language>
  <cp:lastModifiedBy>Matteo Lisi</cp:lastModifiedBy>
  <dcterms:modified xsi:type="dcterms:W3CDTF">2025-02-04T16:48:27Z</dcterms:modified>
  <cp:revision>1730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LinksUpToDate">
    <vt:bool>0</vt:bool>
  </property>
  <property fmtid="{D5CDD505-2E9C-101B-9397-08002B2CF9AE}" pid="5" name="Notes">
    <vt:i4>0</vt:i4>
  </property>
  <property fmtid="{D5CDD505-2E9C-101B-9397-08002B2CF9AE}" pid="6" name="PresentationFormat">
    <vt:lpwstr>Widescreen</vt:lpwstr>
  </property>
  <property fmtid="{D5CDD505-2E9C-101B-9397-08002B2CF9AE}" pid="7" name="ScaleCrop">
    <vt:bool>0</vt:bool>
  </property>
  <property fmtid="{D5CDD505-2E9C-101B-9397-08002B2CF9AE}" pid="8" name="ShareDoc">
    <vt:bool>0</vt:bool>
  </property>
  <property fmtid="{D5CDD505-2E9C-101B-9397-08002B2CF9AE}" pid="9" name="Slides">
    <vt:i4>59</vt:i4>
  </property>
</Properties>
</file>